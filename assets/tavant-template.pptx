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8"/>
  </p:notesMasterIdLst>
  <p:handoutMasterIdLst>
    <p:handoutMasterId r:id="rId29"/>
  </p:handoutMasterIdLst>
  <p:sldIdLst>
    <p:sldId id="256" r:id="rId5"/>
    <p:sldId id="257" r:id="rId6"/>
    <p:sldId id="259" r:id="rId7"/>
    <p:sldId id="260" r:id="rId8"/>
    <p:sldId id="625" r:id="rId9"/>
    <p:sldId id="628" r:id="rId10"/>
    <p:sldId id="634" r:id="rId11"/>
    <p:sldId id="635" r:id="rId12"/>
    <p:sldId id="627" r:id="rId13"/>
    <p:sldId id="636" r:id="rId14"/>
    <p:sldId id="262" r:id="rId15"/>
    <p:sldId id="632" r:id="rId16"/>
    <p:sldId id="633" r:id="rId17"/>
    <p:sldId id="566" r:id="rId18"/>
    <p:sldId id="618" r:id="rId19"/>
    <p:sldId id="611" r:id="rId20"/>
    <p:sldId id="622" r:id="rId21"/>
    <p:sldId id="605" r:id="rId22"/>
    <p:sldId id="570" r:id="rId23"/>
    <p:sldId id="571" r:id="rId24"/>
    <p:sldId id="572" r:id="rId25"/>
    <p:sldId id="596" r:id="rId26"/>
    <p:sldId id="62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d slides" id="{D4F0A22F-6019-A043-A63D-C44679767FD9}">
          <p14:sldIdLst>
            <p14:sldId id="256"/>
            <p14:sldId id="257"/>
            <p14:sldId id="259"/>
            <p14:sldId id="260"/>
            <p14:sldId id="625"/>
            <p14:sldId id="628"/>
            <p14:sldId id="634"/>
            <p14:sldId id="635"/>
            <p14:sldId id="627"/>
            <p14:sldId id="636"/>
            <p14:sldId id="262"/>
            <p14:sldId id="632"/>
            <p14:sldId id="633"/>
            <p14:sldId id="566"/>
            <p14:sldId id="618"/>
            <p14:sldId id="611"/>
            <p14:sldId id="622"/>
            <p14:sldId id="605"/>
            <p14:sldId id="570"/>
            <p14:sldId id="571"/>
            <p14:sldId id="572"/>
            <p14:sldId id="596"/>
            <p14:sldId id="623"/>
          </p14:sldIdLst>
        </p14:section>
        <p14:section name="Extras" id="{8F0AFAA3-C6BA-244E-B846-B8C67D3C0EED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6F26"/>
    <a:srgbClr val="FFBE32"/>
    <a:srgbClr val="68C546"/>
    <a:srgbClr val="026427"/>
    <a:srgbClr val="009081"/>
    <a:srgbClr val="1577D3"/>
    <a:srgbClr val="512AA3"/>
    <a:srgbClr val="AC161F"/>
    <a:srgbClr val="C92C90"/>
    <a:srgbClr val="7778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94" autoAdjust="0"/>
    <p:restoredTop sz="86438"/>
  </p:normalViewPr>
  <p:slideViewPr>
    <p:cSldViewPr snapToGrid="0">
      <p:cViewPr varScale="1">
        <p:scale>
          <a:sx n="109" d="100"/>
          <a:sy n="109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440"/>
    </p:cViewPr>
  </p:sorterViewPr>
  <p:notesViewPr>
    <p:cSldViewPr snapToGrid="0">
      <p:cViewPr varScale="1">
        <p:scale>
          <a:sx n="63" d="100"/>
          <a:sy n="63" d="100"/>
        </p:scale>
        <p:origin x="320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FFAB40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6E9-8047-9F6A-7F9E7F29FD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81000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D0F-D146-B9F5-F9E211DD0B19}"/>
              </c:ext>
            </c:extLst>
          </c:dPt>
          <c:dPt>
            <c:idx val="1"/>
            <c:invertIfNegative val="0"/>
            <c:bubble3D val="0"/>
            <c:spPr>
              <a:solidFill>
                <a:srgbClr val="81000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D0F-D146-B9F5-F9E211DD0B19}"/>
              </c:ext>
            </c:extLst>
          </c:dPt>
          <c:dPt>
            <c:idx val="2"/>
            <c:invertIfNegative val="0"/>
            <c:bubble3D val="0"/>
            <c:spPr>
              <a:solidFill>
                <a:srgbClr val="81000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AD0F-D146-B9F5-F9E211DD0B19}"/>
              </c:ext>
            </c:extLst>
          </c:dPt>
          <c:dPt>
            <c:idx val="3"/>
            <c:invertIfNegative val="0"/>
            <c:bubble3D val="0"/>
            <c:spPr>
              <a:solidFill>
                <a:srgbClr val="81000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D0F-D146-B9F5-F9E211DD0B19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6E9-8047-9F6A-7F9E7F29FD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rgbClr val="D04FA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6E9-8047-9F6A-7F9E7F29FDC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rgbClr val="3687D8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6E9-8047-9F6A-7F9E7F29FDC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 5</c:v>
                </c:pt>
              </c:strCache>
            </c:strRef>
          </c:tx>
          <c:spPr>
            <a:solidFill>
              <a:srgbClr val="70C85A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6E9-8047-9F6A-7F9E7F29FD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07736255"/>
        <c:axId val="1608171423"/>
      </c:barChart>
      <c:catAx>
        <c:axId val="1607736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8171423"/>
        <c:crosses val="autoZero"/>
        <c:auto val="1"/>
        <c:lblAlgn val="ctr"/>
        <c:lblOffset val="100"/>
        <c:noMultiLvlLbl val="0"/>
      </c:catAx>
      <c:valAx>
        <c:axId val="1608171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07736255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95FE78-906C-D34A-8865-F8FA246406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FFE60C-17F1-154A-A72F-EC663FE25C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36311-7B67-924F-88C2-EAA680C16F6A}" type="datetimeFigureOut">
              <a:rPr lang="en-US" smtClean="0"/>
              <a:t>4/20/26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FEFB7C-0613-8B41-935D-C4D7146B1E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71CE1D-F318-6849-9923-B7043C4F32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595EE8-5BAD-D141-A60B-5E39C02D70B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7918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D90849-1993-AC4B-BB45-E5E3D2619170}" type="datetimeFigureOut">
              <a:rPr lang="en-US" smtClean="0"/>
              <a:t>4/20/26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806334-34F4-E344-B059-B83D6FAC08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079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806334-34F4-E344-B059-B83D6FAC08E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334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806334-34F4-E344-B059-B83D6FAC08E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635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806334-34F4-E344-B059-B83D6FAC08EC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851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806334-34F4-E344-B059-B83D6FAC08EC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240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74;p15">
            <a:extLst>
              <a:ext uri="{FF2B5EF4-FFF2-40B4-BE49-F238E27FC236}">
                <a16:creationId xmlns:a16="http://schemas.microsoft.com/office/drawing/2014/main" id="{E472C359-95D0-EE4E-953B-9BEE9A62A676}"/>
              </a:ext>
            </a:extLst>
          </p:cNvPr>
          <p:cNvPicPr/>
          <p:nvPr userDrawn="1"/>
        </p:nvPicPr>
        <p:blipFill rotWithShape="1">
          <a:blip r:embed="rId2"/>
          <a:srcRect l="51117" t="7968" r="1173" b="191"/>
          <a:stretch/>
        </p:blipFill>
        <p:spPr>
          <a:xfrm>
            <a:off x="5948708" y="103793"/>
            <a:ext cx="6236915" cy="6752975"/>
          </a:xfrm>
          <a:prstGeom prst="rect">
            <a:avLst/>
          </a:prstGeom>
          <a:ln w="0">
            <a:noFill/>
          </a:ln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47C2F5C-3901-8E43-802F-45CFFB00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5620" y="3573016"/>
            <a:ext cx="5503089" cy="456954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tabLst>
                <a:tab pos="0" algn="l"/>
              </a:tabLst>
              <a:defRPr sz="1800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>
              <a:lnSpc>
                <a:spcPct val="90000"/>
              </a:lnSpc>
              <a:tabLst>
                <a:tab pos="0" algn="l"/>
              </a:tabLst>
            </a:pPr>
            <a:r>
              <a:rPr lang="en-IN" sz="1800" dirty="0">
                <a:solidFill>
                  <a:srgbClr val="F36F26"/>
                </a:solidFill>
                <a:ea typeface="Calibri"/>
              </a:rPr>
              <a:t>This is your optional subtitle. Try to keep this to a maximum two lines.</a:t>
            </a:r>
            <a:endParaRPr lang="en-IN" sz="1800" dirty="0">
              <a:solidFill>
                <a:srgbClr val="000000"/>
              </a:solidFill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41B0FDA-65ED-6F45-8A82-DEAB865DDB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622" y="4274366"/>
            <a:ext cx="5503088" cy="360000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>
              <a:tabLst>
                <a:tab pos="0" algn="l"/>
              </a:tabLst>
            </a:pPr>
            <a:r>
              <a:rPr lang="en" sz="1800" dirty="0">
                <a:solidFill>
                  <a:schemeClr val="lt1"/>
                </a:solidFill>
                <a:latin typeface="Calibri"/>
                <a:ea typeface="Calibri"/>
              </a:rPr>
              <a:t>Date (Optional)</a:t>
            </a:r>
            <a:endParaRPr lang="en-IN" sz="1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Google Shape;61;p13">
            <a:extLst>
              <a:ext uri="{FF2B5EF4-FFF2-40B4-BE49-F238E27FC236}">
                <a16:creationId xmlns:a16="http://schemas.microsoft.com/office/drawing/2014/main" id="{86DDE0A7-8172-2247-8A48-64EA1BB8487E}"/>
              </a:ext>
            </a:extLst>
          </p:cNvPr>
          <p:cNvSpPr/>
          <p:nvPr userDrawn="1"/>
        </p:nvSpPr>
        <p:spPr>
          <a:xfrm>
            <a:off x="420951" y="5238763"/>
            <a:ext cx="2914660" cy="4515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spAutoFit/>
          </a:bodyPr>
          <a:lstStyle/>
          <a:p>
            <a:pPr>
              <a:tabLst>
                <a:tab pos="0" algn="l"/>
              </a:tabLst>
            </a:pPr>
            <a:r>
              <a:rPr lang="en" sz="1467" dirty="0">
                <a:solidFill>
                  <a:srgbClr val="F26F26"/>
                </a:solidFill>
                <a:latin typeface="+mj-lt"/>
                <a:ea typeface="Calibri"/>
              </a:rPr>
              <a:t>Unlocking the power of AI.</a:t>
            </a:r>
            <a:br>
              <a:rPr lang="en" sz="1467" dirty="0">
                <a:solidFill>
                  <a:srgbClr val="F26F26"/>
                </a:solidFill>
                <a:latin typeface="+mj-lt"/>
                <a:ea typeface="Calibri"/>
              </a:rPr>
            </a:br>
            <a:r>
              <a:rPr lang="en" sz="1467" dirty="0">
                <a:solidFill>
                  <a:srgbClr val="F26F26"/>
                </a:solidFill>
                <a:latin typeface="+mj-lt"/>
                <a:ea typeface="Calibri"/>
              </a:rPr>
              <a:t>Accelerating digital transformation.</a:t>
            </a:r>
            <a:endParaRPr lang="en-IN" sz="1467" dirty="0">
              <a:solidFill>
                <a:srgbClr val="F26F26"/>
              </a:solidFill>
              <a:latin typeface="+mj-lt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54896872-B460-2D4C-825E-FB1BFCAFD5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5620" y="1744215"/>
            <a:ext cx="5503089" cy="1601743"/>
          </a:xfrm>
          <a:prstGeom prst="rect">
            <a:avLst/>
          </a:prstGeom>
        </p:spPr>
        <p:txBody>
          <a:bodyPr lIns="0" anchor="t" anchorCtr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 sz="4000" b="1" i="0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/>
            </a:pPr>
            <a:r>
              <a:rPr kumimoji="0" lang="en-IN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THIS IS YOUR TITLE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/>
            </a:pPr>
            <a:r>
              <a:rPr kumimoji="0" lang="en-IN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TRY TO KEEP TO</a:t>
            </a:r>
          </a:p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Tx/>
              <a:buNone/>
              <a:tabLst>
                <a:tab pos="0" algn="l"/>
              </a:tabLst>
              <a:defRPr/>
            </a:pPr>
            <a:r>
              <a:rPr kumimoji="0" lang="en-IN" sz="40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THREE LINES</a:t>
            </a:r>
            <a:endParaRPr kumimoji="0" lang="en-IN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oogle Shape;56;p13">
            <a:extLst>
              <a:ext uri="{FF2B5EF4-FFF2-40B4-BE49-F238E27FC236}">
                <a16:creationId xmlns:a16="http://schemas.microsoft.com/office/drawing/2014/main" id="{73A72B38-DE8D-4C4D-986A-7AFE13D47CA3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85709" y="306720"/>
            <a:ext cx="2699520" cy="73632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576392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3DC610-05F1-1A40-A503-D1A657921390}"/>
              </a:ext>
            </a:extLst>
          </p:cNvPr>
          <p:cNvSpPr/>
          <p:nvPr userDrawn="1"/>
        </p:nvSpPr>
        <p:spPr>
          <a:xfrm>
            <a:off x="1" y="6244390"/>
            <a:ext cx="12192000" cy="613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 descr="Shape&#10;&#10;Description automatically generated with low confidence">
            <a:extLst>
              <a:ext uri="{FF2B5EF4-FFF2-40B4-BE49-F238E27FC236}">
                <a16:creationId xmlns:a16="http://schemas.microsoft.com/office/drawing/2014/main" id="{46577264-DEDF-4041-8B6B-92EDABBB40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09514" y="1"/>
            <a:ext cx="1382485" cy="1193678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610AFDA3-5670-CB47-BBCD-C711997CFF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049" y="1193679"/>
            <a:ext cx="6278207" cy="4832501"/>
          </a:xfrm>
        </p:spPr>
        <p:txBody>
          <a:bodyPr tIns="46800" rIns="90000" bIns="46800" anchor="ctr" anchorCtr="0"/>
          <a:lstStyle>
            <a:lvl1pPr marL="403225" indent="-403225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AutoNum type="arabicPeriod"/>
              <a:tabLst/>
              <a:defRPr sz="2000" b="1" kern="1200" baseline="0">
                <a:latin typeface="+mn-lt"/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kern="1200" baseline="0">
                <a:solidFill>
                  <a:schemeClr val="bg2"/>
                </a:solidFill>
                <a:latin typeface="+mn-lt"/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2"/>
                </a:solidFill>
                <a:latin typeface="+mn-lt"/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2"/>
                </a:solidFill>
                <a:latin typeface="+mn-lt"/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4" name="Google Shape;67;p14">
            <a:extLst>
              <a:ext uri="{FF2B5EF4-FFF2-40B4-BE49-F238E27FC236}">
                <a16:creationId xmlns:a16="http://schemas.microsoft.com/office/drawing/2014/main" id="{E92733B9-3577-B248-AA28-3D2EFD6B8228}"/>
              </a:ext>
            </a:extLst>
          </p:cNvPr>
          <p:cNvPicPr/>
          <p:nvPr userDrawn="1"/>
        </p:nvPicPr>
        <p:blipFill rotWithShape="1">
          <a:blip r:embed="rId3"/>
          <a:srcRect l="36895" t="4218" r="10891" b="1924"/>
          <a:stretch/>
        </p:blipFill>
        <p:spPr>
          <a:xfrm>
            <a:off x="6847680" y="-27384"/>
            <a:ext cx="5343840" cy="6408712"/>
          </a:xfrm>
          <a:prstGeom prst="rect">
            <a:avLst/>
          </a:prstGeom>
          <a:ln w="0">
            <a:noFill/>
          </a:ln>
        </p:spPr>
      </p:pic>
      <p:pic>
        <p:nvPicPr>
          <p:cNvPr id="15" name="Google Shape;107;p19">
            <a:extLst>
              <a:ext uri="{FF2B5EF4-FFF2-40B4-BE49-F238E27FC236}">
                <a16:creationId xmlns:a16="http://schemas.microsoft.com/office/drawing/2014/main" id="{E37AEFD1-0E55-A34F-8749-1E61EDF43B62}"/>
              </a:ext>
            </a:extLst>
          </p:cNvPr>
          <p:cNvPicPr/>
          <p:nvPr userDrawn="1"/>
        </p:nvPicPr>
        <p:blipFill>
          <a:blip r:embed="rId4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9" name="Google Shape;109;p19">
            <a:extLst>
              <a:ext uri="{FF2B5EF4-FFF2-40B4-BE49-F238E27FC236}">
                <a16:creationId xmlns:a16="http://schemas.microsoft.com/office/drawing/2014/main" id="{9F1E7F74-74E7-794E-B31E-B71E6FEFB2B2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D20D30-D737-9D47-93B8-89B62F522F1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D1BEC87-BA0D-4D4D-92DB-2D2879784C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2049" y="357925"/>
            <a:ext cx="2827606" cy="726649"/>
          </a:xfrm>
          <a:noFill/>
        </p:spPr>
        <p:txBody>
          <a:bodyPr anchor="ctr"/>
          <a:lstStyle>
            <a:lvl1pPr algn="l">
              <a:defRPr sz="2400" baseline="0">
                <a:solidFill>
                  <a:srgbClr val="F36F26"/>
                </a:solidFill>
              </a:defRPr>
            </a:lvl1pPr>
          </a:lstStyle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  <a:endParaRPr lang="en-US" sz="4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5425B208-C81E-B847-A5D1-6AD4D1EF011D}"/>
              </a:ext>
            </a:extLst>
          </p:cNvPr>
          <p:cNvPicPr/>
          <p:nvPr userDrawn="1"/>
        </p:nvPicPr>
        <p:blipFill>
          <a:blip r:embed="rId5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74631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3;p16">
            <a:extLst>
              <a:ext uri="{FF2B5EF4-FFF2-40B4-BE49-F238E27FC236}">
                <a16:creationId xmlns:a16="http://schemas.microsoft.com/office/drawing/2014/main" id="{B381CFA4-4653-A944-B576-D620472C2E58}"/>
              </a:ext>
            </a:extLst>
          </p:cNvPr>
          <p:cNvPicPr/>
          <p:nvPr userDrawn="1"/>
        </p:nvPicPr>
        <p:blipFill rotWithShape="1">
          <a:blip r:embed="rId2"/>
          <a:srcRect l="30311" t="8369" r="-25" b="-4"/>
          <a:stretch/>
        </p:blipFill>
        <p:spPr>
          <a:xfrm>
            <a:off x="3692735" y="44624"/>
            <a:ext cx="8499265" cy="6284044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AB6DCF16-E5E8-9A44-972A-09C2C3281563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C535D3A-CF20-774F-B198-D96775085F6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695A4-0722-884A-9867-163EB04712C5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84BF60-351B-2849-8434-CF84E3B9FAE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BF4C7B0-F6C2-C743-9FBD-CAF725A4051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Google Shape;109;p19">
            <a:extLst>
              <a:ext uri="{FF2B5EF4-FFF2-40B4-BE49-F238E27FC236}">
                <a16:creationId xmlns:a16="http://schemas.microsoft.com/office/drawing/2014/main" id="{C21593A5-CB27-9A4A-9C1D-432396E02FF0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F9996841-9264-A54A-BB39-065AFAADA1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dirty="0"/>
              <a:t>THIS IS YOUR BREAKER SLIDE TITLE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Google Shape;108;p19">
            <a:extLst>
              <a:ext uri="{FF2B5EF4-FFF2-40B4-BE49-F238E27FC236}">
                <a16:creationId xmlns:a16="http://schemas.microsoft.com/office/drawing/2014/main" id="{7ED8FF4F-09D3-6946-9373-9711E224135D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569468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91;p17">
            <a:extLst>
              <a:ext uri="{FF2B5EF4-FFF2-40B4-BE49-F238E27FC236}">
                <a16:creationId xmlns:a16="http://schemas.microsoft.com/office/drawing/2014/main" id="{35D49C55-7167-304C-AD2C-70FEB5FAACAA}"/>
              </a:ext>
            </a:extLst>
          </p:cNvPr>
          <p:cNvPicPr/>
          <p:nvPr userDrawn="1"/>
        </p:nvPicPr>
        <p:blipFill rotWithShape="1">
          <a:blip r:embed="rId2"/>
          <a:srcRect l="47635" t="1" b="7998"/>
          <a:stretch/>
        </p:blipFill>
        <p:spPr>
          <a:xfrm>
            <a:off x="5807968" y="25839"/>
            <a:ext cx="6384032" cy="6309320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944BFAD9-2334-1346-B888-5F696A807799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099A479-AEC7-F644-9220-522FC7942D9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B20322-E558-5E43-B90C-AEF722D49614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B00C47-20BD-6340-A196-D14A89156B6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3801D150-2A4E-144F-8EE4-96F09C902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Google Shape;109;p19">
            <a:extLst>
              <a:ext uri="{FF2B5EF4-FFF2-40B4-BE49-F238E27FC236}">
                <a16:creationId xmlns:a16="http://schemas.microsoft.com/office/drawing/2014/main" id="{394D6738-13B2-D140-83D9-BC59E8940AA8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899CD62-B34B-2443-AD22-C48271E19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dirty="0"/>
              <a:t>THIS IS YOUR BREAKER SLIDE TITLE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Google Shape;108;p19">
            <a:extLst>
              <a:ext uri="{FF2B5EF4-FFF2-40B4-BE49-F238E27FC236}">
                <a16:creationId xmlns:a16="http://schemas.microsoft.com/office/drawing/2014/main" id="{B6FE6786-E58A-8241-8F9B-EBB77598C684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318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SLID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99;p18">
            <a:extLst>
              <a:ext uri="{FF2B5EF4-FFF2-40B4-BE49-F238E27FC236}">
                <a16:creationId xmlns:a16="http://schemas.microsoft.com/office/drawing/2014/main" id="{AE8165D1-6A41-0745-93BC-280B1045F69A}"/>
              </a:ext>
            </a:extLst>
          </p:cNvPr>
          <p:cNvPicPr/>
          <p:nvPr userDrawn="1"/>
        </p:nvPicPr>
        <p:blipFill rotWithShape="1">
          <a:blip r:embed="rId2"/>
          <a:srcRect l="37401" t="400" b="7598"/>
          <a:stretch/>
        </p:blipFill>
        <p:spPr>
          <a:xfrm>
            <a:off x="4559829" y="44624"/>
            <a:ext cx="7631691" cy="6309320"/>
          </a:xfrm>
          <a:prstGeom prst="rect">
            <a:avLst/>
          </a:prstGeom>
          <a:ln w="0">
            <a:noFill/>
          </a:ln>
        </p:spPr>
      </p:pic>
      <p:pic>
        <p:nvPicPr>
          <p:cNvPr id="12" name="Google Shape;107;p19">
            <a:extLst>
              <a:ext uri="{FF2B5EF4-FFF2-40B4-BE49-F238E27FC236}">
                <a16:creationId xmlns:a16="http://schemas.microsoft.com/office/drawing/2014/main" id="{70ED10F0-4513-E64B-A8D3-82356BB9DB24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A9CCFE3-A867-0449-968B-656FFD43921B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BB572C-6C47-0847-AF2E-EC37CFA7A30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73A18E-4D1B-3E40-87C2-1D7900A2BDB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EB0B8FA-4466-7D4D-95F4-EEBEBF23A5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675" y="3284985"/>
            <a:ext cx="3822117" cy="1368151"/>
          </a:xfrm>
          <a:prstGeom prst="rect">
            <a:avLst/>
          </a:prstGeom>
        </p:spPr>
        <p:txBody>
          <a:bodyPr tIns="46800" rIns="90000" bIns="46800" anchor="t" anchorCtr="0"/>
          <a:lstStyle>
            <a:lvl1pPr marL="0" indent="0" algn="l">
              <a:lnSpc>
                <a:spcPct val="90000"/>
              </a:lnSpc>
              <a:spcAft>
                <a:spcPts val="1000"/>
              </a:spcAft>
              <a:buClr>
                <a:srgbClr val="F36F26"/>
              </a:buClr>
              <a:buSzPct val="100000"/>
              <a:buFont typeface="+mj-lt"/>
              <a:buNone/>
              <a:tabLst/>
              <a:defRPr b="0" kern="1200" baseline="0">
                <a:solidFill>
                  <a:schemeClr val="bg1"/>
                </a:solidFill>
              </a:defRPr>
            </a:lvl1pPr>
            <a:lvl2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Wingdings" pitchFamily="2" charset="2"/>
              <a:buChar char="§"/>
              <a:tabLst/>
              <a:defRPr sz="1600" kern="1200" baseline="0">
                <a:solidFill>
                  <a:schemeClr val="bg1"/>
                </a:solidFill>
              </a:defRPr>
            </a:lvl2pPr>
            <a:lvl3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‒"/>
              <a:tabLst/>
              <a:defRPr sz="1400" kern="1200" baseline="0">
                <a:solidFill>
                  <a:schemeClr val="bg1"/>
                </a:solidFill>
              </a:defRPr>
            </a:lvl3pPr>
            <a:lvl4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Clr>
                <a:srgbClr val="F36F26"/>
              </a:buClr>
              <a:buFont typeface="Calibri" panose="020F0502020204030204" pitchFamily="34" charset="0"/>
              <a:buChar char="●"/>
              <a:tabLst/>
              <a:defRPr sz="1400" kern="1200" baseline="0">
                <a:solidFill>
                  <a:schemeClr val="bg1"/>
                </a:solidFill>
              </a:defRPr>
            </a:lvl4pPr>
            <a:lvl5pPr marL="630000" indent="-165600">
              <a:lnSpc>
                <a:spcPct val="90000"/>
              </a:lnSpc>
              <a:spcBef>
                <a:spcPts val="500"/>
              </a:spcBef>
              <a:spcAft>
                <a:spcPts val="1000"/>
              </a:spcAft>
              <a:buFont typeface=".Hiragino Kaku Gothic Interface W3"/>
              <a:buChar char="▫"/>
              <a:tabLst/>
              <a:defRPr sz="1400" kern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Key Point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Google Shape;109;p19">
            <a:extLst>
              <a:ext uri="{FF2B5EF4-FFF2-40B4-BE49-F238E27FC236}">
                <a16:creationId xmlns:a16="http://schemas.microsoft.com/office/drawing/2014/main" id="{D2ED3499-D901-3742-B3EC-AD8098EF784A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5DF182DA-551C-B141-AA54-F4F4305A69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674" y="2543175"/>
            <a:ext cx="5344607" cy="428625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solidFill>
                  <a:srgbClr val="F77A33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pPr>
              <a:lnSpc>
                <a:spcPct val="80000"/>
              </a:lnSpc>
              <a:tabLst>
                <a:tab pos="0" algn="l"/>
              </a:tabLst>
            </a:pPr>
            <a:r>
              <a:rPr lang="en-US" dirty="0"/>
              <a:t>THIS IS YOUR BREAKER SLIDE TITLE</a:t>
            </a:r>
            <a:endParaRPr lang="en-IN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Google Shape;108;p19">
            <a:extLst>
              <a:ext uri="{FF2B5EF4-FFF2-40B4-BE49-F238E27FC236}">
                <a16:creationId xmlns:a16="http://schemas.microsoft.com/office/drawing/2014/main" id="{0AD47A4B-A952-104C-837C-771953904AE9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630239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07;p19">
            <a:extLst>
              <a:ext uri="{FF2B5EF4-FFF2-40B4-BE49-F238E27FC236}">
                <a16:creationId xmlns:a16="http://schemas.microsoft.com/office/drawing/2014/main" id="{590273C4-A7C7-5C43-8E4B-7274AF5C683F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1ECD694-DABE-E540-8A67-8F64AAAE13E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0B6963-86FF-6248-AC98-1F8DD2EA8768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D98118-2C4C-B841-8271-B0443DA23C75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12" name="Google Shape;109;p19">
            <a:extLst>
              <a:ext uri="{FF2B5EF4-FFF2-40B4-BE49-F238E27FC236}">
                <a16:creationId xmlns:a16="http://schemas.microsoft.com/office/drawing/2014/main" id="{F5FE6615-5583-414E-A2AE-276D73A8FC11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Google Shape;108;p19">
            <a:extLst>
              <a:ext uri="{FF2B5EF4-FFF2-40B4-BE49-F238E27FC236}">
                <a16:creationId xmlns:a16="http://schemas.microsoft.com/office/drawing/2014/main" id="{FA625045-8BE8-EA4F-B3DC-66FB9A840FB2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097974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13" name="Google Shape;109;p19">
            <a:extLst>
              <a:ext uri="{FF2B5EF4-FFF2-40B4-BE49-F238E27FC236}">
                <a16:creationId xmlns:a16="http://schemas.microsoft.com/office/drawing/2014/main" id="{383F7148-1946-CB41-9C4B-9ABFEB5D817D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9514E-6A92-4F1B-BF99-08F4220E1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pic>
        <p:nvPicPr>
          <p:cNvPr id="14" name="Google Shape;108;p19">
            <a:extLst>
              <a:ext uri="{FF2B5EF4-FFF2-40B4-BE49-F238E27FC236}">
                <a16:creationId xmlns:a16="http://schemas.microsoft.com/office/drawing/2014/main" id="{6FD24764-8DB6-0349-893D-31832A40A279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712395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Gre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13" name="Google Shape;109;p19">
            <a:extLst>
              <a:ext uri="{FF2B5EF4-FFF2-40B4-BE49-F238E27FC236}">
                <a16:creationId xmlns:a16="http://schemas.microsoft.com/office/drawing/2014/main" id="{383F7148-1946-CB41-9C4B-9ABFEB5D817D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99514E-6A92-4F1B-BF99-08F4220E1F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4D85C159-335C-6F46-A7D6-8ABC1BE5D4E9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275329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- Grey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3C79DDA-FD12-054C-B80F-F314FC7465A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6056" y="980727"/>
            <a:ext cx="11539888" cy="5098325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solidFill>
                  <a:schemeClr val="bg1"/>
                </a:solidFill>
                <a:latin typeface="+mn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bg2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bg2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Google Shape;109;p19">
            <a:extLst>
              <a:ext uri="{FF2B5EF4-FFF2-40B4-BE49-F238E27FC236}">
                <a16:creationId xmlns:a16="http://schemas.microsoft.com/office/drawing/2014/main" id="{40FE002C-F8CA-AD43-BA79-BB938BF88C0B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160F419-F562-CB44-AA36-DF4A19AB3A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10F52182-F117-924F-A8AE-514B2E0BAB60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857891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7;p19">
            <a:extLst>
              <a:ext uri="{FF2B5EF4-FFF2-40B4-BE49-F238E27FC236}">
                <a16:creationId xmlns:a16="http://schemas.microsoft.com/office/drawing/2014/main" id="{EB642119-D1DA-2A41-9E40-D8B8ED07202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7BE79E2-C9BE-0B45-B7B9-B90FF6DB172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F44AC2-DA98-DF49-8A31-93632B2FB633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0E174B-16EF-5F4F-BAA8-928FE02C1800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3C79DDA-FD12-054C-B80F-F314FC7465A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6056" y="980727"/>
            <a:ext cx="11539888" cy="5098325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n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Google Shape;109;p19">
            <a:extLst>
              <a:ext uri="{FF2B5EF4-FFF2-40B4-BE49-F238E27FC236}">
                <a16:creationId xmlns:a16="http://schemas.microsoft.com/office/drawing/2014/main" id="{40FE002C-F8CA-AD43-BA79-BB938BF88C0B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160F419-F562-CB44-AA36-DF4A19AB3A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pic>
        <p:nvPicPr>
          <p:cNvPr id="11" name="Google Shape;108;p19">
            <a:extLst>
              <a:ext uri="{FF2B5EF4-FFF2-40B4-BE49-F238E27FC236}">
                <a16:creationId xmlns:a16="http://schemas.microsoft.com/office/drawing/2014/main" id="{5D066C0B-9CAF-D84D-B3D4-BFBB4F704C28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97125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07;p19">
            <a:extLst>
              <a:ext uri="{FF2B5EF4-FFF2-40B4-BE49-F238E27FC236}">
                <a16:creationId xmlns:a16="http://schemas.microsoft.com/office/drawing/2014/main" id="{C078F8D0-7AEA-CF46-89A1-50DB60309410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C244F20-8581-DC4D-85E1-F52AD2B02347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E19BDB9-AF73-E746-8F38-BABDD5BB1691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006B26-BA4E-E344-81EA-ABF972399762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13" name="Google Shape;109;p19">
            <a:extLst>
              <a:ext uri="{FF2B5EF4-FFF2-40B4-BE49-F238E27FC236}">
                <a16:creationId xmlns:a16="http://schemas.microsoft.com/office/drawing/2014/main" id="{36B6F8DA-88DB-8D4D-A2EB-EC666AD15A77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846A6F8-D446-C244-9CDD-E157A8A0A4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95CF3CF-048B-5146-A9D4-413E461B5D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pic>
        <p:nvPicPr>
          <p:cNvPr id="17" name="Google Shape;108;p19">
            <a:extLst>
              <a:ext uri="{FF2B5EF4-FFF2-40B4-BE49-F238E27FC236}">
                <a16:creationId xmlns:a16="http://schemas.microsoft.com/office/drawing/2014/main" id="{EA44A560-E0D1-4F41-A714-57C19BC7600C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096755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07;p19">
            <a:extLst>
              <a:ext uri="{FF2B5EF4-FFF2-40B4-BE49-F238E27FC236}">
                <a16:creationId xmlns:a16="http://schemas.microsoft.com/office/drawing/2014/main" id="{C0900330-6551-A544-97F3-E769CFB0E122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6629CA4-ED6B-7F4B-8BF1-531AA0FE90A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A8395-25FD-BA4B-B53D-93C34EB64F3F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F962B-2D91-8F4B-9B4A-B37EAC28435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58BFB7-3A61-1440-AC90-6470F952E712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3679" y="1268760"/>
            <a:ext cx="5647781" cy="4820400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975B1725-DF57-1F46-B6C8-CFD1A90E3C11}"/>
              </a:ext>
            </a:extLst>
          </p:cNvPr>
          <p:cNvSpPr>
            <a:spLocks noGrp="1"/>
          </p:cNvSpPr>
          <p:nvPr>
            <p:ph sz="quarter" idx="34"/>
          </p:nvPr>
        </p:nvSpPr>
        <p:spPr>
          <a:xfrm>
            <a:off x="6219480" y="1268760"/>
            <a:ext cx="5647781" cy="4820400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Google Shape;109;p19">
            <a:extLst>
              <a:ext uri="{FF2B5EF4-FFF2-40B4-BE49-F238E27FC236}">
                <a16:creationId xmlns:a16="http://schemas.microsoft.com/office/drawing/2014/main" id="{350C7520-6495-5140-9350-61FB8C2D4E2D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35C3D2FF-95D9-E34A-AB59-2B316910E86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F0B59DA3-6998-3545-9F3C-7FFBBB9E9E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pic>
        <p:nvPicPr>
          <p:cNvPr id="20" name="Google Shape;108;p19">
            <a:extLst>
              <a:ext uri="{FF2B5EF4-FFF2-40B4-BE49-F238E27FC236}">
                <a16:creationId xmlns:a16="http://schemas.microsoft.com/office/drawing/2014/main" id="{AD8871D2-4CF6-D044-A965-ECBD6C6003EB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163409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07;p19">
            <a:extLst>
              <a:ext uri="{FF2B5EF4-FFF2-40B4-BE49-F238E27FC236}">
                <a16:creationId xmlns:a16="http://schemas.microsoft.com/office/drawing/2014/main" id="{C0900330-6551-A544-97F3-E769CFB0E122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6629CA4-ED6B-7F4B-8BF1-531AA0FE90AA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3A8395-25FD-BA4B-B53D-93C34EB64F3F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3F962B-2D91-8F4B-9B4A-B37EAC284358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6EF35C9-6C58-3943-81F4-9502B1AFCB34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319593" y="1262210"/>
            <a:ext cx="11547668" cy="4846823"/>
          </a:xfrm>
          <a:prstGeom prst="rect">
            <a:avLst/>
          </a:prstGeom>
        </p:spPr>
        <p:txBody>
          <a:bodyPr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Google Shape;109;p19">
            <a:extLst>
              <a:ext uri="{FF2B5EF4-FFF2-40B4-BE49-F238E27FC236}">
                <a16:creationId xmlns:a16="http://schemas.microsoft.com/office/drawing/2014/main" id="{0DB2DEAE-08BF-4A41-B738-79DC629452B0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7CE4828-0DEA-474E-AC19-4E4D4F900E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F4892D67-61CF-1C4F-9FBD-B355951EE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pic>
        <p:nvPicPr>
          <p:cNvPr id="15" name="Google Shape;108;p19">
            <a:extLst>
              <a:ext uri="{FF2B5EF4-FFF2-40B4-BE49-F238E27FC236}">
                <a16:creationId xmlns:a16="http://schemas.microsoft.com/office/drawing/2014/main" id="{BA40A820-CD2A-1945-A231-037307651F2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245371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5;p20">
            <a:extLst>
              <a:ext uri="{FF2B5EF4-FFF2-40B4-BE49-F238E27FC236}">
                <a16:creationId xmlns:a16="http://schemas.microsoft.com/office/drawing/2014/main" id="{2D8A38AA-037F-A84C-83FF-4D838D35D539}"/>
              </a:ext>
            </a:extLst>
          </p:cNvPr>
          <p:cNvPicPr/>
          <p:nvPr userDrawn="1"/>
        </p:nvPicPr>
        <p:blipFill rotWithShape="1">
          <a:blip r:embed="rId2"/>
          <a:srcRect b="-2"/>
          <a:stretch/>
        </p:blipFill>
        <p:spPr>
          <a:xfrm>
            <a:off x="480" y="120"/>
            <a:ext cx="12191520" cy="6857880"/>
          </a:xfrm>
          <a:prstGeom prst="rect">
            <a:avLst/>
          </a:prstGeom>
          <a:ln w="0">
            <a:noFill/>
          </a:ln>
        </p:spPr>
      </p:pic>
      <p:pic>
        <p:nvPicPr>
          <p:cNvPr id="6" name="Google Shape;117;p20">
            <a:extLst>
              <a:ext uri="{FF2B5EF4-FFF2-40B4-BE49-F238E27FC236}">
                <a16:creationId xmlns:a16="http://schemas.microsoft.com/office/drawing/2014/main" id="{3F932FD4-DCEE-7F49-9B08-7826F217FE32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4746240" y="4292255"/>
            <a:ext cx="2699520" cy="736320"/>
          </a:xfrm>
          <a:prstGeom prst="rect">
            <a:avLst/>
          </a:prstGeom>
          <a:ln w="0">
            <a:noFill/>
          </a:ln>
        </p:spPr>
      </p:pic>
      <p:sp>
        <p:nvSpPr>
          <p:cNvPr id="8" name="Google Shape;116;p20">
            <a:extLst>
              <a:ext uri="{FF2B5EF4-FFF2-40B4-BE49-F238E27FC236}">
                <a16:creationId xmlns:a16="http://schemas.microsoft.com/office/drawing/2014/main" id="{A46C79EB-D808-0442-807E-C2A377CDAD2D}"/>
              </a:ext>
            </a:extLst>
          </p:cNvPr>
          <p:cNvSpPr/>
          <p:nvPr/>
        </p:nvSpPr>
        <p:spPr>
          <a:xfrm>
            <a:off x="0" y="5346987"/>
            <a:ext cx="12160543" cy="7009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50000"/>
              </a:lnSpc>
              <a:tabLst>
                <a:tab pos="0" algn="l"/>
              </a:tabLst>
            </a:pPr>
            <a:r>
              <a:rPr lang="en-IN" sz="1400" b="0" u="none" strike="noStrike" dirty="0">
                <a:solidFill>
                  <a:schemeClr val="lt1"/>
                </a:solidFill>
                <a:uFillTx/>
                <a:latin typeface="+mn-lt"/>
                <a:ea typeface="Arial"/>
              </a:rPr>
              <a:t>Santa Clara </a:t>
            </a:r>
            <a:r>
              <a:rPr lang="en-IN" sz="1400" b="0" u="none" strike="noStrike" dirty="0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 dirty="0">
                <a:solidFill>
                  <a:schemeClr val="lt1"/>
                </a:solidFill>
                <a:uFillTx/>
                <a:latin typeface="+mn-lt"/>
                <a:ea typeface="Arial"/>
              </a:rPr>
              <a:t> New York </a:t>
            </a:r>
            <a:r>
              <a:rPr lang="en-IN" sz="1400" b="0" u="none" strike="noStrike" dirty="0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 dirty="0">
                <a:solidFill>
                  <a:schemeClr val="lt1"/>
                </a:solidFill>
                <a:uFillTx/>
                <a:latin typeface="+mn-lt"/>
                <a:ea typeface="Arial"/>
              </a:rPr>
              <a:t> Dallas </a:t>
            </a:r>
            <a:r>
              <a:rPr lang="en-IN" sz="1400" b="0" u="none" strike="noStrike" dirty="0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 dirty="0">
                <a:solidFill>
                  <a:schemeClr val="lt1"/>
                </a:solidFill>
                <a:uFillTx/>
                <a:latin typeface="+mn-lt"/>
                <a:ea typeface="Arial"/>
              </a:rPr>
              <a:t> Mexico </a:t>
            </a:r>
            <a:r>
              <a:rPr lang="en-IN" sz="1400" b="0" u="none" strike="noStrike" dirty="0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 dirty="0">
                <a:solidFill>
                  <a:schemeClr val="lt1"/>
                </a:solidFill>
                <a:uFillTx/>
                <a:latin typeface="+mn-lt"/>
                <a:ea typeface="Arial"/>
              </a:rPr>
              <a:t> Bangalore </a:t>
            </a:r>
            <a:r>
              <a:rPr lang="en-IN" sz="1400" b="0" u="none" strike="noStrike" dirty="0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 dirty="0">
                <a:solidFill>
                  <a:schemeClr val="lt1"/>
                </a:solidFill>
                <a:uFillTx/>
                <a:latin typeface="+mn-lt"/>
                <a:ea typeface="Arial"/>
              </a:rPr>
              <a:t> Noida </a:t>
            </a:r>
            <a:r>
              <a:rPr lang="en-IN" sz="1400" b="0" u="none" strike="noStrike" dirty="0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 dirty="0">
                <a:solidFill>
                  <a:schemeClr val="lt1"/>
                </a:solidFill>
                <a:uFillTx/>
                <a:latin typeface="+mn-lt"/>
                <a:ea typeface="Arial"/>
              </a:rPr>
              <a:t> Hyderabad </a:t>
            </a:r>
            <a:r>
              <a:rPr lang="en-IN" sz="1400" b="0" u="none" strike="noStrike" dirty="0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 dirty="0">
                <a:solidFill>
                  <a:schemeClr val="lt1"/>
                </a:solidFill>
                <a:uFillTx/>
                <a:latin typeface="+mn-lt"/>
                <a:ea typeface="Arial"/>
              </a:rPr>
              <a:t> Kolkata </a:t>
            </a:r>
            <a:r>
              <a:rPr lang="en-IN" sz="1400" b="0" u="none" strike="noStrike" dirty="0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 dirty="0">
                <a:solidFill>
                  <a:schemeClr val="lt1"/>
                </a:solidFill>
                <a:uFillTx/>
                <a:latin typeface="+mn-lt"/>
                <a:ea typeface="Arial"/>
              </a:rPr>
              <a:t> Pune</a:t>
            </a:r>
            <a:r>
              <a:rPr lang="en-IN" sz="1400" b="0" u="none" strike="noStrike" dirty="0">
                <a:solidFill>
                  <a:srgbClr val="F36F26"/>
                </a:solidFill>
                <a:uFillTx/>
                <a:latin typeface="+mn-lt"/>
                <a:ea typeface="Arial"/>
              </a:rPr>
              <a:t> |</a:t>
            </a:r>
            <a:r>
              <a:rPr lang="en-IN" sz="1400" b="0" u="none" strike="noStrike" dirty="0">
                <a:solidFill>
                  <a:schemeClr val="lt1"/>
                </a:solidFill>
                <a:uFillTx/>
                <a:latin typeface="+mn-lt"/>
                <a:ea typeface="Arial"/>
              </a:rPr>
              <a:t> Tokyo </a:t>
            </a:r>
            <a:r>
              <a:rPr lang="en-IN" sz="1400" b="0" u="none" strike="noStrike" dirty="0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 dirty="0">
                <a:solidFill>
                  <a:schemeClr val="lt1"/>
                </a:solidFill>
                <a:uFillTx/>
                <a:latin typeface="+mn-lt"/>
                <a:ea typeface="Arial"/>
              </a:rPr>
              <a:t> Sydney </a:t>
            </a:r>
            <a:r>
              <a:rPr lang="en-IN" sz="1400" b="0" u="none" strike="noStrike" dirty="0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 dirty="0">
                <a:solidFill>
                  <a:schemeClr val="lt1"/>
                </a:solidFill>
                <a:uFillTx/>
                <a:latin typeface="+mn-lt"/>
                <a:ea typeface="Arial"/>
              </a:rPr>
              <a:t> London </a:t>
            </a:r>
            <a:r>
              <a:rPr lang="en-IN" sz="1400" b="0" u="none" strike="noStrike" dirty="0">
                <a:solidFill>
                  <a:srgbClr val="F36F26"/>
                </a:solidFill>
                <a:uFillTx/>
                <a:latin typeface="+mn-lt"/>
                <a:ea typeface="Arial"/>
              </a:rPr>
              <a:t>|</a:t>
            </a:r>
            <a:r>
              <a:rPr lang="en-IN" sz="1400" b="0" u="none" strike="noStrike" dirty="0">
                <a:solidFill>
                  <a:schemeClr val="lt1"/>
                </a:solidFill>
                <a:uFillTx/>
                <a:latin typeface="+mn-lt"/>
                <a:ea typeface="Arial"/>
              </a:rPr>
              <a:t> Amsterdam</a:t>
            </a:r>
            <a:br>
              <a:rPr sz="1867" dirty="0"/>
            </a:br>
            <a:endParaRPr lang="en-IN" sz="1867" b="0" u="none" strike="noStrike" dirty="0">
              <a:solidFill>
                <a:schemeClr val="bg2"/>
              </a:solidFill>
              <a:uFillTx/>
              <a:latin typeface="Arial"/>
            </a:endParaRPr>
          </a:p>
        </p:txBody>
      </p:sp>
      <p:sp>
        <p:nvSpPr>
          <p:cNvPr id="30" name="Google Shape;109;p19">
            <a:extLst>
              <a:ext uri="{FF2B5EF4-FFF2-40B4-BE49-F238E27FC236}">
                <a16:creationId xmlns:a16="http://schemas.microsoft.com/office/drawing/2014/main" id="{9994CF07-0743-3C4E-8B18-E7D3E7A7046A}"/>
              </a:ext>
            </a:extLst>
          </p:cNvPr>
          <p:cNvSpPr/>
          <p:nvPr userDrawn="1"/>
        </p:nvSpPr>
        <p:spPr>
          <a:xfrm>
            <a:off x="9281760" y="6514084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" sz="1067" b="0" u="none" strike="noStrike" dirty="0">
                <a:uFillTx/>
                <a:latin typeface="Calibri"/>
                <a:ea typeface="Calibri"/>
              </a:rPr>
              <a:t>Tavant Proprietary &amp; Confidential</a:t>
            </a:r>
            <a:endParaRPr lang="en-IN" sz="1067" b="0" u="none" strike="noStrike" dirty="0">
              <a:uFillTx/>
              <a:latin typeface="Arial"/>
            </a:endParaRP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F39ED97B-BE81-EF4A-9CED-017F9F002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9363" y="1480625"/>
            <a:ext cx="5773275" cy="1510086"/>
          </a:xfrm>
          <a:noFill/>
        </p:spPr>
        <p:txBody>
          <a:bodyPr anchor="ctr">
            <a:normAutofit lnSpcReduction="9999"/>
          </a:bodyPr>
          <a:lstStyle>
            <a:lvl1pPr algn="ctr">
              <a:lnSpc>
                <a:spcPct val="100000"/>
              </a:lnSpc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4" name="Google Shape;60;p13">
            <a:extLst>
              <a:ext uri="{FF2B5EF4-FFF2-40B4-BE49-F238E27FC236}">
                <a16:creationId xmlns:a16="http://schemas.microsoft.com/office/drawing/2014/main" id="{EC2E6762-8BFB-6841-A7EE-E4FC6D8AD34B}"/>
              </a:ext>
            </a:extLst>
          </p:cNvPr>
          <p:cNvSpPr/>
          <p:nvPr userDrawn="1"/>
        </p:nvSpPr>
        <p:spPr>
          <a:xfrm>
            <a:off x="5130480" y="6514084"/>
            <a:ext cx="1931040" cy="1642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 algn="ctr">
              <a:lnSpc>
                <a:spcPct val="100000"/>
              </a:lnSpc>
              <a:tabLst>
                <a:tab pos="0" algn="l"/>
              </a:tabLst>
            </a:pPr>
            <a:r>
              <a:rPr lang="en-IN" sz="1067" b="0" u="none" strike="noStrike" dirty="0">
                <a:solidFill>
                  <a:schemeClr val="bg1">
                    <a:lumMod val="50000"/>
                  </a:schemeClr>
                </a:solidFill>
                <a:uFillTx/>
                <a:latin typeface="Calibri"/>
                <a:ea typeface="Calibri"/>
              </a:rPr>
              <a:t>Tavant &amp; Customer Confidential</a:t>
            </a:r>
            <a:endParaRPr lang="en-IN" sz="1067" b="0" u="none" strike="noStrike" dirty="0">
              <a:solidFill>
                <a:schemeClr val="bg1">
                  <a:lumMod val="50000"/>
                </a:schemeClr>
              </a:solidFill>
              <a:uFillTx/>
              <a:latin typeface="Arial"/>
            </a:endParaRPr>
          </a:p>
        </p:txBody>
      </p:sp>
      <p:pic>
        <p:nvPicPr>
          <p:cNvPr id="9" name="Google Shape;119;p20">
            <a:extLst>
              <a:ext uri="{FF2B5EF4-FFF2-40B4-BE49-F238E27FC236}">
                <a16:creationId xmlns:a16="http://schemas.microsoft.com/office/drawing/2014/main" id="{8B1A3F7B-6768-DE4A-BED4-9157A283DC4C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780313" y="5796491"/>
            <a:ext cx="170752" cy="170753"/>
          </a:xfrm>
          <a:prstGeom prst="rect">
            <a:avLst/>
          </a:prstGeom>
          <a:ln w="0"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CC26B33-9613-8F4D-9A97-9CAE77E7EA9D}"/>
              </a:ext>
            </a:extLst>
          </p:cNvPr>
          <p:cNvSpPr txBox="1"/>
          <p:nvPr userDrawn="1"/>
        </p:nvSpPr>
        <p:spPr>
          <a:xfrm>
            <a:off x="2928763" y="5703285"/>
            <a:ext cx="1973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>
                <a:solidFill>
                  <a:schemeClr val="lt1"/>
                </a:solidFill>
                <a:ea typeface="Calibri"/>
              </a:rPr>
              <a:t>+1-866-9-TAVANT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582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+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E86EC4F-B479-D54C-8DF6-50D448279861}"/>
              </a:ext>
            </a:extLst>
          </p:cNvPr>
          <p:cNvGrpSpPr/>
          <p:nvPr userDrawn="1"/>
        </p:nvGrpSpPr>
        <p:grpSpPr>
          <a:xfrm>
            <a:off x="4445900" y="1578610"/>
            <a:ext cx="3638057" cy="2058923"/>
            <a:chOff x="2036620" y="2839762"/>
            <a:chExt cx="8889677" cy="1142706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52AE205-4BD1-314C-8B57-827C908061E8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6B2FDA9A-FBE2-9D42-920C-7A8959DF956A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04D5860-BB95-D743-B154-C50290AD09CF}"/>
              </a:ext>
            </a:extLst>
          </p:cNvPr>
          <p:cNvGrpSpPr/>
          <p:nvPr userDrawn="1"/>
        </p:nvGrpSpPr>
        <p:grpSpPr>
          <a:xfrm>
            <a:off x="8285349" y="1578610"/>
            <a:ext cx="3638057" cy="2058923"/>
            <a:chOff x="2036620" y="2839762"/>
            <a:chExt cx="8889677" cy="114270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E313ACE-3453-A241-8CE8-B0BFE68EA570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E1EFC91-43FA-4744-8B08-1DCDDAA01711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3FB87E5-7623-7347-8F97-20EEB82CB18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" y="1193681"/>
            <a:ext cx="4201812" cy="5050711"/>
          </a:xfrm>
          <a:prstGeom prst="rect">
            <a:avLst/>
          </a:prstGeom>
          <a:solidFill>
            <a:srgbClr val="77787B"/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1B37DD94-0D30-034B-BB39-C5610758A6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80200" y="1915018"/>
            <a:ext cx="3278991" cy="1383399"/>
          </a:xfrm>
          <a:prstGeom prst="rect">
            <a:avLst/>
          </a:prstGeo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4081D46F-5ED3-8543-874B-3BE7449A5A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527804" y="1915018"/>
            <a:ext cx="3278991" cy="1383399"/>
          </a:xfrm>
          <a:prstGeom prst="rect">
            <a:avLst/>
          </a:prstGeom>
        </p:spPr>
        <p:txBody>
          <a:bodyPr lIns="0" anchor="ctr"/>
          <a:lstStyle>
            <a:lvl1pPr marL="0" indent="0">
              <a:spcAft>
                <a:spcPts val="0"/>
              </a:spcAft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39" name="Google Shape;107;p19">
            <a:extLst>
              <a:ext uri="{FF2B5EF4-FFF2-40B4-BE49-F238E27FC236}">
                <a16:creationId xmlns:a16="http://schemas.microsoft.com/office/drawing/2014/main" id="{5A9C2DC3-5B13-AD4A-A236-F03B9A80AE1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0667B162-296B-9D4C-B877-572CB1C3BF5D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6214011-03DE-EC40-8299-32AE2B6E5BAA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5F58B9-0135-8E40-9E32-556B923A3CB6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F6FB0941-7A99-0B4E-8AFD-D356B69AA17C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4445902" y="3719036"/>
            <a:ext cx="7405912" cy="2566732"/>
          </a:xfrm>
          <a:prstGeom prst="rect">
            <a:avLst/>
          </a:prstGeom>
        </p:spPr>
        <p:txBody>
          <a:bodyPr lIns="0" tIns="46800" rIns="900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600" kern="1200" baseline="0">
                <a:latin typeface="+mn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400" kern="1200" baseline="0">
                <a:solidFill>
                  <a:schemeClr val="tx1"/>
                </a:solidFill>
                <a:latin typeface="+mn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Roboto" pitchFamily="2" charset="0"/>
                <a:cs typeface="Roboto" pitchFamily="2" charset="0"/>
              </a:defRPr>
            </a:lvl3pPr>
            <a:lvl7pPr>
              <a:defRPr>
                <a:latin typeface="+mn-lt"/>
              </a:defRPr>
            </a:lvl7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6" name="Google Shape;109;p19">
            <a:extLst>
              <a:ext uri="{FF2B5EF4-FFF2-40B4-BE49-F238E27FC236}">
                <a16:creationId xmlns:a16="http://schemas.microsoft.com/office/drawing/2014/main" id="{69C42470-8131-6A4F-A5AE-F30D95DA98CE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A6DEB0CC-4DA5-E144-886D-0ABE76FFF1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B8061043-C76D-8B49-A745-8A98FEEB5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pic>
        <p:nvPicPr>
          <p:cNvPr id="22" name="Google Shape;108;p19">
            <a:extLst>
              <a:ext uri="{FF2B5EF4-FFF2-40B4-BE49-F238E27FC236}">
                <a16:creationId xmlns:a16="http://schemas.microsoft.com/office/drawing/2014/main" id="{C2F6B602-68FF-4542-A041-95511EF32F32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2949651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ulti-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81520782-6445-4D4E-BE45-65BB1CBC8442}"/>
              </a:ext>
            </a:extLst>
          </p:cNvPr>
          <p:cNvSpPr/>
          <p:nvPr userDrawn="1"/>
        </p:nvSpPr>
        <p:spPr>
          <a:xfrm>
            <a:off x="9029487" y="1337201"/>
            <a:ext cx="2700087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F3A0037-1E72-224F-A7C7-D7940C4F77FB}"/>
              </a:ext>
            </a:extLst>
          </p:cNvPr>
          <p:cNvSpPr/>
          <p:nvPr userDrawn="1"/>
        </p:nvSpPr>
        <p:spPr>
          <a:xfrm>
            <a:off x="6169057" y="1337201"/>
            <a:ext cx="2700087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C7EC690-CF21-CC41-B09B-7AAC0A1A85DA}"/>
              </a:ext>
            </a:extLst>
          </p:cNvPr>
          <p:cNvSpPr/>
          <p:nvPr userDrawn="1"/>
        </p:nvSpPr>
        <p:spPr>
          <a:xfrm>
            <a:off x="3308626" y="1337201"/>
            <a:ext cx="2700087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998594-4779-DA40-B080-0BF035DBB086}"/>
              </a:ext>
            </a:extLst>
          </p:cNvPr>
          <p:cNvSpPr/>
          <p:nvPr/>
        </p:nvSpPr>
        <p:spPr>
          <a:xfrm>
            <a:off x="463826" y="1337201"/>
            <a:ext cx="2700087" cy="4632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41300" dist="38100" dir="8100000" sx="101000" sy="101000" algn="tr" rotWithShape="0">
              <a:prstClr val="black">
                <a:alpha val="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92000" rtlCol="0" anchor="ctr"/>
          <a:lstStyle/>
          <a:p>
            <a:pPr>
              <a:lnSpc>
                <a:spcPct val="130000"/>
              </a:lnSpc>
            </a:pPr>
            <a:endParaRPr lang="en-US" sz="10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9E8FAB02-E445-E147-9C72-7AB121E6441F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498537" y="5255187"/>
            <a:ext cx="2630659" cy="598999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Insert logo here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17085D61-F5F3-AA4C-9AF8-D0B254FF9B0D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3353293" y="5255187"/>
            <a:ext cx="2630659" cy="598999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Insert logo here</a:t>
            </a:r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636DC839-7F6B-6049-A06B-888CC074D01C}"/>
              </a:ext>
            </a:extLst>
          </p:cNvPr>
          <p:cNvSpPr>
            <a:spLocks noGrp="1"/>
          </p:cNvSpPr>
          <p:nvPr userDrawn="1">
            <p:ph type="pic" sz="quarter" idx="12" hasCustomPrompt="1"/>
          </p:nvPr>
        </p:nvSpPr>
        <p:spPr>
          <a:xfrm>
            <a:off x="6208049" y="5255187"/>
            <a:ext cx="2630659" cy="598999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Insert logo here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3D0C6EF3-EBB8-464E-9E55-384E3CF9C42E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9062801" y="5255187"/>
            <a:ext cx="2630659" cy="598999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Insert logo here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2A18A9AB-D7E3-314B-98CB-72463CE60E5C}"/>
              </a:ext>
            </a:extLst>
          </p:cNvPr>
          <p:cNvSpPr>
            <a:spLocks noGrp="1"/>
          </p:cNvSpPr>
          <p:nvPr userDrawn="1">
            <p:ph type="pic" sz="quarter" idx="14" hasCustomPrompt="1"/>
          </p:nvPr>
        </p:nvSpPr>
        <p:spPr>
          <a:xfrm>
            <a:off x="463816" y="1337197"/>
            <a:ext cx="2700088" cy="1307531"/>
          </a:xfrm>
          <a:solidFill>
            <a:srgbClr val="77787B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DDEEE34A-7757-FC4A-A16A-158DFAA6FAB7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3318575" y="1337197"/>
            <a:ext cx="2700088" cy="1307531"/>
          </a:xfrm>
          <a:solidFill>
            <a:srgbClr val="77787B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492F5E3D-F451-8745-B075-908C2928FB48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6173335" y="1337197"/>
            <a:ext cx="2700087" cy="1307531"/>
          </a:xfrm>
          <a:solidFill>
            <a:srgbClr val="77787B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A43356B3-5B9D-F94E-BDDB-E31EB8E76459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9028090" y="1337197"/>
            <a:ext cx="2700087" cy="1307531"/>
          </a:xfrm>
          <a:solidFill>
            <a:srgbClr val="77787B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CE1E66-EC15-5B40-9968-E896A29B13FA}"/>
              </a:ext>
            </a:extLst>
          </p:cNvPr>
          <p:cNvSpPr/>
          <p:nvPr userDrawn="1"/>
        </p:nvSpPr>
        <p:spPr>
          <a:xfrm rot="16200000">
            <a:off x="1777983" y="4585843"/>
            <a:ext cx="68400" cy="270008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234807-D5C6-E741-8D04-AB4B83E8DCD9}"/>
              </a:ext>
            </a:extLst>
          </p:cNvPr>
          <p:cNvSpPr/>
          <p:nvPr userDrawn="1"/>
        </p:nvSpPr>
        <p:spPr>
          <a:xfrm rot="16200000">
            <a:off x="4632737" y="4585843"/>
            <a:ext cx="68400" cy="270008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3E8E2F-8D36-9D4C-9A12-FB1C222AF3C1}"/>
              </a:ext>
            </a:extLst>
          </p:cNvPr>
          <p:cNvSpPr/>
          <p:nvPr userDrawn="1"/>
        </p:nvSpPr>
        <p:spPr>
          <a:xfrm rot="16200000">
            <a:off x="7489176" y="4585843"/>
            <a:ext cx="68400" cy="270008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E731C5-FCC1-284B-94C5-FFEBF73D08A8}"/>
              </a:ext>
            </a:extLst>
          </p:cNvPr>
          <p:cNvSpPr/>
          <p:nvPr userDrawn="1"/>
        </p:nvSpPr>
        <p:spPr>
          <a:xfrm rot="16200000">
            <a:off x="10343931" y="4585843"/>
            <a:ext cx="68400" cy="2700087"/>
          </a:xfrm>
          <a:prstGeom prst="rect">
            <a:avLst/>
          </a:prstGeom>
          <a:solidFill>
            <a:srgbClr val="F26F2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E1DE19-CCDB-6B4C-B55A-443B952B1D47}"/>
              </a:ext>
            </a:extLst>
          </p:cNvPr>
          <p:cNvCxnSpPr/>
          <p:nvPr userDrawn="1"/>
        </p:nvCxnSpPr>
        <p:spPr>
          <a:xfrm>
            <a:off x="703387" y="5186785"/>
            <a:ext cx="22086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82A9D28-4CA4-EA4C-AC18-E9FC38E1ABBA}"/>
              </a:ext>
            </a:extLst>
          </p:cNvPr>
          <p:cNvCxnSpPr/>
          <p:nvPr userDrawn="1"/>
        </p:nvCxnSpPr>
        <p:spPr>
          <a:xfrm>
            <a:off x="3559127" y="5186785"/>
            <a:ext cx="22086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45CD96C-C2E5-FA41-BDC0-2978BF31346E}"/>
              </a:ext>
            </a:extLst>
          </p:cNvPr>
          <p:cNvCxnSpPr/>
          <p:nvPr userDrawn="1"/>
        </p:nvCxnSpPr>
        <p:spPr>
          <a:xfrm>
            <a:off x="6428939" y="5186785"/>
            <a:ext cx="22086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80C349-BBE9-1344-9277-9344B2021538}"/>
              </a:ext>
            </a:extLst>
          </p:cNvPr>
          <p:cNvCxnSpPr/>
          <p:nvPr userDrawn="1"/>
        </p:nvCxnSpPr>
        <p:spPr>
          <a:xfrm>
            <a:off x="9284679" y="5186785"/>
            <a:ext cx="220862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2302A5E5-2BCF-2B43-8ACA-A92738C32683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84281" y="2747226"/>
            <a:ext cx="2455803" cy="2371161"/>
          </a:xfrm>
        </p:spPr>
        <p:txBody>
          <a:bodyPr lIns="0"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 dirty="0"/>
              <a:t>Second level</a:t>
            </a:r>
          </a:p>
        </p:txBody>
      </p: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3C60B3E1-A5B0-0644-844F-61D26CC544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35541" y="2747226"/>
            <a:ext cx="2455803" cy="237116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 dirty="0"/>
              <a:t>Second level</a:t>
            </a: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A1AE87B1-882D-3A4C-8AAF-150B3DB9CB2E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6295473" y="2747226"/>
            <a:ext cx="2455803" cy="237116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 dirty="0"/>
              <a:t>Second level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6A4171D8-DFED-F147-8985-7A7F4991690A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9150228" y="2747226"/>
            <a:ext cx="2455803" cy="2371161"/>
          </a:xfrm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667"/>
              </a:spcAft>
              <a:buNone/>
              <a:defRPr sz="1400" b="1">
                <a:solidFill>
                  <a:schemeClr val="tx1"/>
                </a:solidFill>
                <a:latin typeface="+mj-lt"/>
              </a:defRPr>
            </a:lvl1pPr>
            <a:lvl2pPr marL="12700" indent="0" algn="ctr">
              <a:buNone/>
              <a:defRPr sz="1200">
                <a:latin typeface="+mj-lt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9525">
              <a:spcBef>
                <a:spcPts val="0"/>
              </a:spcBef>
              <a:spcAft>
                <a:spcPts val="500"/>
              </a:spcAft>
            </a:pPr>
            <a:r>
              <a:rPr 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22225" lvl="1">
              <a:spcBef>
                <a:spcPts val="0"/>
              </a:spcBef>
              <a:spcAft>
                <a:spcPts val="500"/>
              </a:spcAft>
            </a:pPr>
            <a:r>
              <a:rPr lang="en-US" dirty="0"/>
              <a:t>Second level</a:t>
            </a:r>
          </a:p>
        </p:txBody>
      </p:sp>
      <p:pic>
        <p:nvPicPr>
          <p:cNvPr id="58" name="Google Shape;107;p19">
            <a:extLst>
              <a:ext uri="{FF2B5EF4-FFF2-40B4-BE49-F238E27FC236}">
                <a16:creationId xmlns:a16="http://schemas.microsoft.com/office/drawing/2014/main" id="{A6CBC8BD-8D2A-574D-A0AE-C83A03733932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61" name="Rectangle 60">
            <a:extLst>
              <a:ext uri="{FF2B5EF4-FFF2-40B4-BE49-F238E27FC236}">
                <a16:creationId xmlns:a16="http://schemas.microsoft.com/office/drawing/2014/main" id="{9CBC9869-D1D2-8549-B499-2ABFA66FF945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93EEC2E-0CB1-2548-8B79-FA1890DED15D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C092A4-19F6-0D4F-BEAF-18A563D01E4A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39" name="Google Shape;109;p19">
            <a:extLst>
              <a:ext uri="{FF2B5EF4-FFF2-40B4-BE49-F238E27FC236}">
                <a16:creationId xmlns:a16="http://schemas.microsoft.com/office/drawing/2014/main" id="{EBC63B50-310F-114C-BBFD-D90F6F855332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240C645C-D767-FF49-8E35-268265016B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42" name="Title Placeholder 1">
            <a:extLst>
              <a:ext uri="{FF2B5EF4-FFF2-40B4-BE49-F238E27FC236}">
                <a16:creationId xmlns:a16="http://schemas.microsoft.com/office/drawing/2014/main" id="{CF08E23A-2A2E-E841-841A-505F7362D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pic>
        <p:nvPicPr>
          <p:cNvPr id="50" name="Google Shape;108;p19">
            <a:extLst>
              <a:ext uri="{FF2B5EF4-FFF2-40B4-BE49-F238E27FC236}">
                <a16:creationId xmlns:a16="http://schemas.microsoft.com/office/drawing/2014/main" id="{C487BA9A-BC8E-3247-8CFE-087F0471F22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9142835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+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52B07257-0252-5D44-B070-1A7B273BA9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6962778" y="0"/>
            <a:ext cx="5229223" cy="6858000"/>
          </a:xfrm>
          <a:prstGeom prst="rect">
            <a:avLst/>
          </a:prstGeom>
        </p:spPr>
      </p:pic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7F6263BE-308E-CD49-80DA-DDB58E6973C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72215" y="1193682"/>
            <a:ext cx="5229224" cy="4392735"/>
          </a:xfrm>
          <a:solidFill>
            <a:srgbClr val="77787B"/>
          </a:solidFill>
          <a:effectLst>
            <a:outerShdw blurRad="508000" dist="254000" dir="2700000" algn="tl" rotWithShape="0">
              <a:prstClr val="black">
                <a:alpha val="3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picture here</a:t>
            </a:r>
          </a:p>
        </p:txBody>
      </p:sp>
      <p:pic>
        <p:nvPicPr>
          <p:cNvPr id="27" name="Google Shape;107;p19">
            <a:extLst>
              <a:ext uri="{FF2B5EF4-FFF2-40B4-BE49-F238E27FC236}">
                <a16:creationId xmlns:a16="http://schemas.microsoft.com/office/drawing/2014/main" id="{1470063B-6248-C548-882F-D7309F177900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87A41D0-A4D4-4948-BF21-FA38FDD7D463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A56E3B-7C3D-DC4E-A7A8-53A52DC52A2F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7E2489-ECAD-BA49-A142-50B170BC851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7CD93811-7E99-BA4B-9425-31867BA13E8A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54591" y="1500473"/>
            <a:ext cx="5604750" cy="4578580"/>
          </a:xfrm>
          <a:prstGeom prst="rect">
            <a:avLst/>
          </a:prstGeom>
        </p:spPr>
        <p:txBody>
          <a:bodyPr lIns="0" tIns="468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9DC931B9-006A-0C42-9231-2CA77AE2963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7876" y="715659"/>
            <a:ext cx="6544009" cy="355628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rgbClr val="F77A33"/>
                </a:solidFill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15" name="Google Shape;109;p19">
            <a:extLst>
              <a:ext uri="{FF2B5EF4-FFF2-40B4-BE49-F238E27FC236}">
                <a16:creationId xmlns:a16="http://schemas.microsoft.com/office/drawing/2014/main" id="{7DE32AF7-9C0D-7644-B496-69B447D69E85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6" name="Google Shape;108;p19">
            <a:extLst>
              <a:ext uri="{FF2B5EF4-FFF2-40B4-BE49-F238E27FC236}">
                <a16:creationId xmlns:a16="http://schemas.microsoft.com/office/drawing/2014/main" id="{F921A736-C45D-5D4B-934D-8B0501C9B184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DEE56405-AA95-F44A-A513-E5ABFA8B18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6547146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</a:t>
            </a:r>
          </a:p>
        </p:txBody>
      </p:sp>
    </p:spTree>
    <p:extLst>
      <p:ext uri="{BB962C8B-B14F-4D97-AF65-F5344CB8AC3E}">
        <p14:creationId xmlns:p14="http://schemas.microsoft.com/office/powerpoint/2010/main" val="22781517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+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>
            <a:extLst>
              <a:ext uri="{FF2B5EF4-FFF2-40B4-BE49-F238E27FC236}">
                <a16:creationId xmlns:a16="http://schemas.microsoft.com/office/drawing/2014/main" id="{0182F4A7-AAFB-A546-8BD9-7989FF9222CB}"/>
              </a:ext>
            </a:extLst>
          </p:cNvPr>
          <p:cNvGrpSpPr/>
          <p:nvPr userDrawn="1"/>
        </p:nvGrpSpPr>
        <p:grpSpPr>
          <a:xfrm>
            <a:off x="432975" y="3022372"/>
            <a:ext cx="3638057" cy="1410929"/>
            <a:chOff x="2036620" y="2839762"/>
            <a:chExt cx="8889678" cy="1142707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11D07D1-CB5F-804B-8602-9C566E4FC34A}"/>
                </a:ext>
              </a:extLst>
            </p:cNvPr>
            <p:cNvSpPr/>
            <p:nvPr/>
          </p:nvSpPr>
          <p:spPr>
            <a:xfrm>
              <a:off x="2036620" y="2839763"/>
              <a:ext cx="8889678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1011633-CF02-914E-9969-5EB763B52FED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91A0DC7-8BCF-2D48-BD1A-6A119533A607}"/>
              </a:ext>
            </a:extLst>
          </p:cNvPr>
          <p:cNvGrpSpPr/>
          <p:nvPr userDrawn="1"/>
        </p:nvGrpSpPr>
        <p:grpSpPr>
          <a:xfrm>
            <a:off x="4276969" y="3022373"/>
            <a:ext cx="3638057" cy="1410928"/>
            <a:chOff x="2036620" y="2839762"/>
            <a:chExt cx="8889677" cy="1142706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30C76C6-B65D-A646-A2C7-962C09009A98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EFF8480-2E2C-264F-BDFD-3F6FC6DB0CB1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9622590-CD26-5C46-9571-4F94CCB89A70}"/>
              </a:ext>
            </a:extLst>
          </p:cNvPr>
          <p:cNvGrpSpPr/>
          <p:nvPr userDrawn="1"/>
        </p:nvGrpSpPr>
        <p:grpSpPr>
          <a:xfrm>
            <a:off x="8120963" y="3022373"/>
            <a:ext cx="3638057" cy="1410928"/>
            <a:chOff x="2036620" y="2839762"/>
            <a:chExt cx="8889677" cy="1142706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1BD6F90-D507-B94D-A1A1-6F66DDF3C4CE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7221DA5-50FE-2E48-BDB6-D0A14BE89F49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CF427F9-4634-8D43-A5A3-2BDACC900034}"/>
              </a:ext>
            </a:extLst>
          </p:cNvPr>
          <p:cNvGrpSpPr/>
          <p:nvPr userDrawn="1"/>
        </p:nvGrpSpPr>
        <p:grpSpPr>
          <a:xfrm>
            <a:off x="432975" y="4615524"/>
            <a:ext cx="3638057" cy="1410928"/>
            <a:chOff x="2036620" y="2839762"/>
            <a:chExt cx="8889677" cy="1142706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00D2404-2C89-7840-AB3D-20E23171CA17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AD36488-A201-AA44-8F1A-A88A857CA71F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3B4443D-D0BA-E34E-83C9-C1D07C3BA8E4}"/>
              </a:ext>
            </a:extLst>
          </p:cNvPr>
          <p:cNvGrpSpPr/>
          <p:nvPr userDrawn="1"/>
        </p:nvGrpSpPr>
        <p:grpSpPr>
          <a:xfrm>
            <a:off x="4276969" y="4615524"/>
            <a:ext cx="3638057" cy="1410928"/>
            <a:chOff x="2036620" y="2839762"/>
            <a:chExt cx="8889677" cy="1142706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9EFD61F4-D33C-7947-BE0B-571AE58875F2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524598EB-2E0B-A643-AFA7-FD19F40E65FE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1645E24-85C6-AD4C-A64F-F52983E2DE9C}"/>
              </a:ext>
            </a:extLst>
          </p:cNvPr>
          <p:cNvGrpSpPr/>
          <p:nvPr userDrawn="1"/>
        </p:nvGrpSpPr>
        <p:grpSpPr>
          <a:xfrm>
            <a:off x="8120963" y="4615524"/>
            <a:ext cx="3638057" cy="1410928"/>
            <a:chOff x="2036620" y="2839762"/>
            <a:chExt cx="8889677" cy="1142706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7B2D982-A7AE-A041-B3C9-82F8F188CD22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 dirty="0">
                <a:solidFill>
                  <a:schemeClr val="tx2"/>
                </a:solidFill>
              </a:endParaRP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DCD682E-9312-714A-826F-F92963A94E19}"/>
                </a:ext>
              </a:extLst>
            </p:cNvPr>
            <p:cNvSpPr/>
            <p:nvPr/>
          </p:nvSpPr>
          <p:spPr>
            <a:xfrm>
              <a:off x="2036622" y="2839762"/>
              <a:ext cx="138440" cy="114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140" name="Rectangle 139">
            <a:extLst>
              <a:ext uri="{FF2B5EF4-FFF2-40B4-BE49-F238E27FC236}">
                <a16:creationId xmlns:a16="http://schemas.microsoft.com/office/drawing/2014/main" id="{8664B380-1A49-4021-A2AF-E6074A01AC70}"/>
              </a:ext>
            </a:extLst>
          </p:cNvPr>
          <p:cNvSpPr/>
          <p:nvPr userDrawn="1"/>
        </p:nvSpPr>
        <p:spPr>
          <a:xfrm>
            <a:off x="4" y="1"/>
            <a:ext cx="12198625" cy="2809395"/>
          </a:xfrm>
          <a:prstGeom prst="rect">
            <a:avLst/>
          </a:prstGeom>
          <a:solidFill>
            <a:schemeClr val="tx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988D02BE-FB51-844C-AF72-5EF859D601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6932" y="3111335"/>
            <a:ext cx="3090541" cy="1231144"/>
          </a:xfr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FA41A4E1-93B3-804D-9B51-78681004F6B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0924" y="3111335"/>
            <a:ext cx="3090543" cy="1231144"/>
          </a:xfr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lang="en-US"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29C882A2-D825-DA42-8E97-788DDC5417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71272" y="3111335"/>
            <a:ext cx="3075791" cy="1231144"/>
          </a:xfr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2976534D-88A9-E54C-9E28-630C3548DBE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6932" y="4714504"/>
            <a:ext cx="3090541" cy="1231144"/>
          </a:xfr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B5C9FC79-4A33-C043-8C7D-ACB28EEB2DF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30924" y="4714504"/>
            <a:ext cx="3090543" cy="1231144"/>
          </a:xfr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8168BFFC-BB57-1549-A264-7C11DAD4AE9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471272" y="4714504"/>
            <a:ext cx="3075791" cy="1231144"/>
          </a:xfr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847454F-4B3E-A74B-907F-8AC6F84D9255}"/>
              </a:ext>
            </a:extLst>
          </p:cNvPr>
          <p:cNvSpPr/>
          <p:nvPr userDrawn="1"/>
        </p:nvSpPr>
        <p:spPr>
          <a:xfrm>
            <a:off x="4" y="-16431"/>
            <a:ext cx="12198625" cy="2820069"/>
          </a:xfrm>
          <a:prstGeom prst="rect">
            <a:avLst/>
          </a:prstGeom>
          <a:solidFill>
            <a:schemeClr val="tx1"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7" name="Picture Placeholder 3">
            <a:extLst>
              <a:ext uri="{FF2B5EF4-FFF2-40B4-BE49-F238E27FC236}">
                <a16:creationId xmlns:a16="http://schemas.microsoft.com/office/drawing/2014/main" id="{1B2B3E40-350B-48FA-A058-6219042C63D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25" y="-16430"/>
            <a:ext cx="12192000" cy="2814484"/>
          </a:xfrm>
          <a:solidFill>
            <a:srgbClr val="77787B"/>
          </a:solidFill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145" name="Title 3">
            <a:extLst>
              <a:ext uri="{FF2B5EF4-FFF2-40B4-BE49-F238E27FC236}">
                <a16:creationId xmlns:a16="http://schemas.microsoft.com/office/drawing/2014/main" id="{9AE5FDD3-E4C9-4449-8FD8-1E0F4B55A7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9198" y="626214"/>
            <a:ext cx="9753607" cy="524819"/>
          </a:xfrm>
        </p:spPr>
        <p:txBody>
          <a:bodyPr/>
          <a:lstStyle>
            <a:lvl1pPr algn="ctr">
              <a:defRPr sz="40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146" name="Text Placeholder 3">
            <a:extLst>
              <a:ext uri="{FF2B5EF4-FFF2-40B4-BE49-F238E27FC236}">
                <a16:creationId xmlns:a16="http://schemas.microsoft.com/office/drawing/2014/main" id="{8E140D6B-3DA4-4D39-908C-053DDED4D4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92764" y="1519705"/>
            <a:ext cx="9769360" cy="395107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 b="0" baseline="0">
                <a:solidFill>
                  <a:srgbClr val="F36F26"/>
                </a:solidFill>
                <a:latin typeface="Aptos Display" panose="020B0004020202020204" pitchFamily="34" charset="0"/>
              </a:defRPr>
            </a:lvl1pPr>
            <a:lvl2pPr marL="12700" indent="0">
              <a:buNone/>
              <a:defRPr sz="1400"/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This Is Your Optional Subtitle – Keep to One Line Maximum if Used</a:t>
            </a:r>
          </a:p>
        </p:txBody>
      </p:sp>
      <p:pic>
        <p:nvPicPr>
          <p:cNvPr id="73" name="Google Shape;107;p19">
            <a:extLst>
              <a:ext uri="{FF2B5EF4-FFF2-40B4-BE49-F238E27FC236}">
                <a16:creationId xmlns:a16="http://schemas.microsoft.com/office/drawing/2014/main" id="{A602160F-BD7B-1C47-8520-1DA68388F4CA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9D44B6C8-6775-FE44-B073-6E8CC0296F60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70640DA-FFB7-EC42-A481-3877BA7BCEAD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655C2F-B0FC-C74A-9C8B-C46E1E330B0D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86" name="Google Shape;109;p19">
            <a:extLst>
              <a:ext uri="{FF2B5EF4-FFF2-40B4-BE49-F238E27FC236}">
                <a16:creationId xmlns:a16="http://schemas.microsoft.com/office/drawing/2014/main" id="{45C8BA2B-2B0C-904B-BA39-3469E5776ACD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8" name="Google Shape;108;p19">
            <a:extLst>
              <a:ext uri="{FF2B5EF4-FFF2-40B4-BE49-F238E27FC236}">
                <a16:creationId xmlns:a16="http://schemas.microsoft.com/office/drawing/2014/main" id="{469C3207-9E94-A243-AD2D-5F3C7FACEF47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5391434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+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Placeholder 16" descr="A picture containing person, large, crowd, hall&#10;&#10;Description automatically generated">
            <a:extLst>
              <a:ext uri="{FF2B5EF4-FFF2-40B4-BE49-F238E27FC236}">
                <a16:creationId xmlns:a16="http://schemas.microsoft.com/office/drawing/2014/main" id="{A02DD634-E78F-0545-A7C4-38A45D8E2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479" y="1376743"/>
            <a:ext cx="12191995" cy="5004585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ABBC47D3-6666-2544-891B-610AD0571886}"/>
              </a:ext>
            </a:extLst>
          </p:cNvPr>
          <p:cNvSpPr/>
          <p:nvPr userDrawn="1"/>
        </p:nvSpPr>
        <p:spPr>
          <a:xfrm>
            <a:off x="4" y="1352971"/>
            <a:ext cx="12192001" cy="5009213"/>
          </a:xfrm>
          <a:prstGeom prst="rect">
            <a:avLst/>
          </a:prstGeom>
          <a:solidFill>
            <a:schemeClr val="tx1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318F083C-11DD-1940-8619-0588014D28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97058" y="1753456"/>
            <a:ext cx="3393304" cy="1776837"/>
          </a:xfr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6CDD83E-70A0-D24D-AF9C-31CD76897F83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99329" y="1753456"/>
            <a:ext cx="3393304" cy="1776837"/>
          </a:xfr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C9D30B82-9942-394F-9C0D-8F7A1886660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289355" y="1753456"/>
            <a:ext cx="3393304" cy="1776837"/>
          </a:xfrm>
          <a:solidFill>
            <a:schemeClr val="bg1"/>
          </a:solidFill>
          <a:ln>
            <a:solidFill>
              <a:schemeClr val="bg1"/>
            </a:solidFill>
          </a:ln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Insert picture here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832E85-D9DF-444D-BFD8-E107F69AFA26}"/>
              </a:ext>
            </a:extLst>
          </p:cNvPr>
          <p:cNvGrpSpPr/>
          <p:nvPr userDrawn="1"/>
        </p:nvGrpSpPr>
        <p:grpSpPr>
          <a:xfrm>
            <a:off x="411798" y="3694493"/>
            <a:ext cx="3563825" cy="2070207"/>
            <a:chOff x="411806" y="3694488"/>
            <a:chExt cx="3563825" cy="2070207"/>
          </a:xfrm>
          <a:effectLst/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5079176-55C6-8943-90B5-7B10720D8445}"/>
                </a:ext>
              </a:extLst>
            </p:cNvPr>
            <p:cNvSpPr/>
            <p:nvPr userDrawn="1"/>
          </p:nvSpPr>
          <p:spPr>
            <a:xfrm>
              <a:off x="411811" y="3694488"/>
              <a:ext cx="3563820" cy="2070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>
                <a:lnSpc>
                  <a:spcPct val="130000"/>
                </a:lnSpc>
              </a:pPr>
              <a:endParaRPr lang="en-US" sz="1000" dirty="0">
                <a:solidFill>
                  <a:srgbClr val="FFFFFF">
                    <a:alpha val="70000"/>
                  </a:srgbClr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B317D83-A7D7-5E43-8B36-ED8270C802A5}"/>
                </a:ext>
              </a:extLst>
            </p:cNvPr>
            <p:cNvSpPr/>
            <p:nvPr/>
          </p:nvSpPr>
          <p:spPr>
            <a:xfrm rot="16200000">
              <a:off x="2167277" y="1939017"/>
              <a:ext cx="52873" cy="3563815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C660DC6-92AA-4449-B2D2-C98FA58EF75F}"/>
              </a:ext>
            </a:extLst>
          </p:cNvPr>
          <p:cNvGrpSpPr/>
          <p:nvPr userDrawn="1"/>
        </p:nvGrpSpPr>
        <p:grpSpPr>
          <a:xfrm>
            <a:off x="4314071" y="3694493"/>
            <a:ext cx="3563820" cy="2070207"/>
            <a:chOff x="4307951" y="3694488"/>
            <a:chExt cx="3563820" cy="2070207"/>
          </a:xfrm>
          <a:effectLst/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3569F49-A3C4-0343-9E29-653EB487B8A1}"/>
                </a:ext>
              </a:extLst>
            </p:cNvPr>
            <p:cNvSpPr/>
            <p:nvPr/>
          </p:nvSpPr>
          <p:spPr>
            <a:xfrm>
              <a:off x="4307951" y="3694488"/>
              <a:ext cx="3563820" cy="2070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>
                <a:lnSpc>
                  <a:spcPct val="130000"/>
                </a:lnSpc>
              </a:pPr>
              <a:endParaRPr lang="en-US" sz="1000" dirty="0">
                <a:solidFill>
                  <a:srgbClr val="FFFFFF">
                    <a:alpha val="70000"/>
                  </a:srgbClr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811D5DA-11C6-4A42-9603-9D58B8C7D7CC}"/>
                </a:ext>
              </a:extLst>
            </p:cNvPr>
            <p:cNvSpPr/>
            <p:nvPr/>
          </p:nvSpPr>
          <p:spPr>
            <a:xfrm rot="16200000">
              <a:off x="6063427" y="1939017"/>
              <a:ext cx="52873" cy="3563815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FE5D56A-9061-AA44-B4F3-777922DBA845}"/>
              </a:ext>
            </a:extLst>
          </p:cNvPr>
          <p:cNvGrpSpPr/>
          <p:nvPr/>
        </p:nvGrpSpPr>
        <p:grpSpPr>
          <a:xfrm>
            <a:off x="8204091" y="3694493"/>
            <a:ext cx="3563832" cy="2070207"/>
            <a:chOff x="8204091" y="3694488"/>
            <a:chExt cx="3563832" cy="2070207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5D1714E-4862-BD48-AEC0-4004413781D8}"/>
                </a:ext>
              </a:extLst>
            </p:cNvPr>
            <p:cNvSpPr/>
            <p:nvPr/>
          </p:nvSpPr>
          <p:spPr>
            <a:xfrm>
              <a:off x="8204103" y="3694488"/>
              <a:ext cx="3563820" cy="20702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rtlCol="0" anchor="ctr"/>
            <a:lstStyle/>
            <a:p>
              <a:pPr>
                <a:lnSpc>
                  <a:spcPct val="130000"/>
                </a:lnSpc>
              </a:pPr>
              <a:endParaRPr lang="en-US" sz="1000" dirty="0">
                <a:solidFill>
                  <a:srgbClr val="FFFFFF">
                    <a:alpha val="70000"/>
                  </a:srgbClr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30A35A7-093D-8F41-8B7E-9044BE182036}"/>
                </a:ext>
              </a:extLst>
            </p:cNvPr>
            <p:cNvSpPr/>
            <p:nvPr/>
          </p:nvSpPr>
          <p:spPr>
            <a:xfrm rot="16200000">
              <a:off x="9959562" y="1939017"/>
              <a:ext cx="52873" cy="3563815"/>
            </a:xfrm>
            <a:prstGeom prst="rect">
              <a:avLst/>
            </a:prstGeom>
            <a:solidFill>
              <a:srgbClr val="F26F26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1A11B08B-4395-B542-A320-AB076CD591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8439" y="3911555"/>
            <a:ext cx="3181080" cy="1636072"/>
          </a:xfr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4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2062D9DB-8D23-814F-B542-0928DA5CD32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08472" y="3911555"/>
            <a:ext cx="3181080" cy="163607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4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32572569-F432-B840-B254-46012451EE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407731" y="3911555"/>
            <a:ext cx="3181080" cy="163607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4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27" name="Google Shape;107;p19">
            <a:extLst>
              <a:ext uri="{FF2B5EF4-FFF2-40B4-BE49-F238E27FC236}">
                <a16:creationId xmlns:a16="http://schemas.microsoft.com/office/drawing/2014/main" id="{C640E297-EB6B-3B4A-B3DF-08AD447DFD40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7C33BDBC-0CCC-104B-A29F-6A86014596D9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B9D3F34-334D-F249-A88C-41072C2D78EA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A4D997-2688-844E-8E20-AE299C12F7EF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42" name="Google Shape;109;p19">
            <a:extLst>
              <a:ext uri="{FF2B5EF4-FFF2-40B4-BE49-F238E27FC236}">
                <a16:creationId xmlns:a16="http://schemas.microsoft.com/office/drawing/2014/main" id="{61964A88-D51D-8F4F-BBC8-54B8ABC943F2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Placeholder 3">
            <a:extLst>
              <a:ext uri="{FF2B5EF4-FFF2-40B4-BE49-F238E27FC236}">
                <a16:creationId xmlns:a16="http://schemas.microsoft.com/office/drawing/2014/main" id="{77827455-654D-4342-A5BD-8B4755960A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49" name="Title Placeholder 1">
            <a:extLst>
              <a:ext uri="{FF2B5EF4-FFF2-40B4-BE49-F238E27FC236}">
                <a16:creationId xmlns:a16="http://schemas.microsoft.com/office/drawing/2014/main" id="{A5026080-AB7B-744F-A837-3ECBC786D0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pic>
        <p:nvPicPr>
          <p:cNvPr id="50" name="Google Shape;108;p19">
            <a:extLst>
              <a:ext uri="{FF2B5EF4-FFF2-40B4-BE49-F238E27FC236}">
                <a16:creationId xmlns:a16="http://schemas.microsoft.com/office/drawing/2014/main" id="{B6C53704-417B-DA48-9CB7-43F3B1666F7A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6452569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1E1A80D-538A-004D-AE3E-CDF2C1813165}"/>
              </a:ext>
            </a:extLst>
          </p:cNvPr>
          <p:cNvSpPr/>
          <p:nvPr userDrawn="1"/>
        </p:nvSpPr>
        <p:spPr>
          <a:xfrm>
            <a:off x="5324680" y="1322788"/>
            <a:ext cx="6867319" cy="486422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254000" dir="7800000" algn="tr" rotWithShape="0">
              <a:prstClr val="black">
                <a:alpha val="1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777A9F32-DF1A-DC41-96CF-65D7737E9178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46387" y="1475647"/>
            <a:ext cx="6114096" cy="4554203"/>
          </a:xfrm>
          <a:solidFill>
            <a:schemeClr val="bg1"/>
          </a:solidFill>
          <a:effectLst/>
        </p:spPr>
        <p:txBody>
          <a:bodyPr anchor="ctr"/>
          <a:lstStyle>
            <a:lvl1pPr marL="143997" indent="0" algn="ctr">
              <a:buNone/>
              <a:defRPr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E3AF06D-0212-664A-B47B-1A95FEB68454}"/>
              </a:ext>
            </a:extLst>
          </p:cNvPr>
          <p:cNvSpPr/>
          <p:nvPr/>
        </p:nvSpPr>
        <p:spPr>
          <a:xfrm>
            <a:off x="-1" y="4784243"/>
            <a:ext cx="4372469" cy="1446552"/>
          </a:xfrm>
          <a:prstGeom prst="rect">
            <a:avLst/>
          </a:prstGeom>
          <a:solidFill>
            <a:srgbClr val="F26F26"/>
          </a:solidFill>
          <a:ln>
            <a:noFill/>
          </a:ln>
          <a:effectLst>
            <a:outerShdw blurRad="508000" dist="1143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0577B239-3785-B44E-8D77-AA6E9CE841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544" y="4905035"/>
            <a:ext cx="4132929" cy="1204972"/>
          </a:xfrm>
        </p:spPr>
        <p:txBody>
          <a:bodyPr anchor="ctr">
            <a:normAutofit/>
          </a:bodyPr>
          <a:lstStyle>
            <a:lvl1pPr marL="143997" indent="0">
              <a:buNone/>
              <a:defRPr sz="2400" i="1">
                <a:solidFill>
                  <a:schemeClr val="bg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CE4BC9B-157B-5442-A8E0-3B8CDBADA6BD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7374" y="1455505"/>
            <a:ext cx="4567827" cy="3162980"/>
          </a:xfrm>
          <a:prstGeom prst="rect">
            <a:avLst/>
          </a:prstGeom>
        </p:spPr>
        <p:txBody>
          <a:bodyPr lIns="0" tIns="468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1" name="Google Shape;107;p19">
            <a:extLst>
              <a:ext uri="{FF2B5EF4-FFF2-40B4-BE49-F238E27FC236}">
                <a16:creationId xmlns:a16="http://schemas.microsoft.com/office/drawing/2014/main" id="{05C39C95-6E71-0C4A-AC6A-23651C58F785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1FCE53A-FE6E-CE44-BE47-92391CB9BB14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78FD2C-558D-2E4A-AA16-00D40DCF82C7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55BE7A-6649-D24B-8DF6-BA24A4B8CD69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16" name="Google Shape;109;p19">
            <a:extLst>
              <a:ext uri="{FF2B5EF4-FFF2-40B4-BE49-F238E27FC236}">
                <a16:creationId xmlns:a16="http://schemas.microsoft.com/office/drawing/2014/main" id="{9569C628-3685-494F-B1EF-90DFFBBFB229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A9D01F38-ED0E-C340-8188-88FA51AB7B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21" name="Title Placeholder 1">
            <a:extLst>
              <a:ext uri="{FF2B5EF4-FFF2-40B4-BE49-F238E27FC236}">
                <a16:creationId xmlns:a16="http://schemas.microsoft.com/office/drawing/2014/main" id="{7F70D2EA-E996-3B40-B4BC-5931C0C10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pic>
        <p:nvPicPr>
          <p:cNvPr id="22" name="Google Shape;108;p19">
            <a:extLst>
              <a:ext uri="{FF2B5EF4-FFF2-40B4-BE49-F238E27FC236}">
                <a16:creationId xmlns:a16="http://schemas.microsoft.com/office/drawing/2014/main" id="{3E8E930A-E7DE-D946-A473-E8296A0C41C5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306874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05743D5-D835-3A43-9A81-9267331DF0E0}"/>
              </a:ext>
            </a:extLst>
          </p:cNvPr>
          <p:cNvSpPr/>
          <p:nvPr userDrawn="1"/>
        </p:nvSpPr>
        <p:spPr>
          <a:xfrm>
            <a:off x="-1442" y="339473"/>
            <a:ext cx="12192000" cy="654591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E6426DE6-14DF-1643-81E4-56E291B7B4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/>
          <a:stretch/>
        </p:blipFill>
        <p:spPr>
          <a:xfrm>
            <a:off x="9819789" y="1"/>
            <a:ext cx="2372215" cy="6223747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6E536C3-A1A7-2149-B0B8-A0594FBC6EC9}"/>
              </a:ext>
            </a:extLst>
          </p:cNvPr>
          <p:cNvCxnSpPr/>
          <p:nvPr userDrawn="1"/>
        </p:nvCxnSpPr>
        <p:spPr>
          <a:xfrm>
            <a:off x="10665363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9C675ED-9D33-B74E-8B7B-57638AB5EC2B}"/>
              </a:ext>
            </a:extLst>
          </p:cNvPr>
          <p:cNvSpPr/>
          <p:nvPr userDrawn="1"/>
        </p:nvSpPr>
        <p:spPr>
          <a:xfrm>
            <a:off x="287717" y="3116441"/>
            <a:ext cx="2631592" cy="28511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324000" rIns="182880" rtlCol="0" anchor="t"/>
          <a:lstStyle/>
          <a:p>
            <a:pPr algn="ctr">
              <a:spcBef>
                <a:spcPts val="2400"/>
              </a:spcBef>
            </a:pPr>
            <a:endParaRPr lang="en-US" sz="1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951664-2706-3144-A635-190163713C60}"/>
              </a:ext>
            </a:extLst>
          </p:cNvPr>
          <p:cNvSpPr/>
          <p:nvPr userDrawn="1"/>
        </p:nvSpPr>
        <p:spPr>
          <a:xfrm>
            <a:off x="5776225" y="3116441"/>
            <a:ext cx="2631592" cy="28511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324000" rIns="182880" rtlCol="0" anchor="t"/>
          <a:lstStyle/>
          <a:p>
            <a:pPr algn="ctr">
              <a:spcBef>
                <a:spcPts val="2400"/>
              </a:spcBef>
            </a:pPr>
            <a:endParaRPr lang="en-US" sz="1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7E42FE-FDFC-8C43-9320-A62DCDB02E2B}"/>
              </a:ext>
            </a:extLst>
          </p:cNvPr>
          <p:cNvSpPr/>
          <p:nvPr userDrawn="1"/>
        </p:nvSpPr>
        <p:spPr>
          <a:xfrm>
            <a:off x="3070617" y="3116441"/>
            <a:ext cx="2592496" cy="28511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324000" rIns="182880" rtlCol="0" anchor="t"/>
          <a:lstStyle/>
          <a:p>
            <a:pPr lvl="0" algn="ctr">
              <a:spcBef>
                <a:spcPts val="2400"/>
              </a:spcBef>
            </a:pPr>
            <a:endParaRPr lang="en-US" sz="1100" dirty="0">
              <a:solidFill>
                <a:schemeClr val="tx2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180C88A-96AB-CF4C-8812-6DFD54E0D9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4282" y="3241423"/>
            <a:ext cx="2558462" cy="2601183"/>
          </a:xfrm>
        </p:spPr>
        <p:txBody>
          <a:bodyPr anchor="ctr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 algn="ctr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5D4093F3-FE65-554C-AA10-26D7BA6323C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812790" y="3241423"/>
            <a:ext cx="2558462" cy="2601183"/>
          </a:xfrm>
        </p:spPr>
        <p:txBody>
          <a:bodyPr anchor="ctr"/>
          <a:lstStyle>
            <a:lvl1pPr marL="143997" indent="0" algn="ctr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 algn="ctr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E05AA035-3F2D-4A46-85F9-B8EF84C1F2D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68343" y="3241423"/>
            <a:ext cx="2597045" cy="2601183"/>
          </a:xfrm>
        </p:spPr>
        <p:txBody>
          <a:bodyPr anchor="ctr"/>
          <a:lstStyle>
            <a:lvl1pPr marL="143997" indent="0" algn="ctr">
              <a:buNone/>
              <a:defRPr sz="1600" b="1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 algn="ctr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0BC1735-7C86-D242-8F1C-F5DFD21769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933772" y="-1"/>
            <a:ext cx="727869" cy="6234069"/>
          </a:xfrm>
        </p:spPr>
        <p:txBody>
          <a:bodyPr anchor="ctr">
            <a:normAutofit/>
          </a:bodyPr>
          <a:lstStyle>
            <a:lvl1pPr algn="r">
              <a:lnSpc>
                <a:spcPct val="200000"/>
              </a:lnSpc>
              <a:spcBef>
                <a:spcPts val="0"/>
              </a:spcBef>
              <a:defRPr sz="1200" b="1">
                <a:solidFill>
                  <a:schemeClr val="bg1"/>
                </a:solidFill>
              </a:defRPr>
            </a:lvl1pPr>
            <a:lvl2pPr algn="r">
              <a:defRPr sz="1100"/>
            </a:lvl2pPr>
            <a:lvl3pPr algn="r">
              <a:defRPr sz="1100"/>
            </a:lvl3pPr>
            <a:lvl4pPr algn="r">
              <a:defRPr sz="1100"/>
            </a:lvl4pPr>
            <a:lvl5pPr algn="r">
              <a:defRPr sz="1100"/>
            </a:lvl5pPr>
          </a:lstStyle>
          <a:p>
            <a:pPr lvl="0"/>
            <a:r>
              <a:rPr lang="en-US" dirty="0"/>
              <a:t>YEAR</a:t>
            </a:r>
          </a:p>
        </p:txBody>
      </p:sp>
      <p:pic>
        <p:nvPicPr>
          <p:cNvPr id="41" name="Google Shape;107;p19">
            <a:extLst>
              <a:ext uri="{FF2B5EF4-FFF2-40B4-BE49-F238E27FC236}">
                <a16:creationId xmlns:a16="http://schemas.microsoft.com/office/drawing/2014/main" id="{E2DA0634-BF45-3943-AC09-F8E02427B207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0EF5A40E-08DB-454E-8062-26F0508E153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F71E702-CB27-C442-B6B7-FA5D6C4B623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230A83-A43C-E447-8228-1C9794FD7E0E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379B88CF-D82A-0B45-A5FE-46419510576D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4738" y="1445671"/>
            <a:ext cx="9304177" cy="1616258"/>
          </a:xfrm>
          <a:prstGeom prst="rect">
            <a:avLst/>
          </a:prstGeom>
        </p:spPr>
        <p:txBody>
          <a:bodyPr lIns="0" tIns="46800" bIns="46800"/>
          <a:lstStyle>
            <a:lvl1pPr marL="274320" indent="-274320">
              <a:lnSpc>
                <a:spcPct val="90000"/>
              </a:lnSpc>
              <a:spcBef>
                <a:spcPts val="1000"/>
              </a:spcBef>
              <a:buClr>
                <a:srgbClr val="FF8909"/>
              </a:buClr>
              <a:buSzPct val="100000"/>
              <a:buFont typeface="Wingdings" panose="05000000000000000000" pitchFamily="2" charset="2"/>
              <a:buChar char="§"/>
              <a:defRPr sz="1800" kern="1200" baseline="0">
                <a:latin typeface="+mj-lt"/>
                <a:ea typeface="Roboto" pitchFamily="2" charset="0"/>
                <a:cs typeface="Roboto" pitchFamily="2" charset="0"/>
              </a:defRPr>
            </a:lvl1pPr>
            <a:lvl2pPr marL="45720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 typeface="Calibri" panose="020F0502020204030204" pitchFamily="34" charset="0"/>
              <a:buChar char="‒"/>
              <a:defRPr sz="16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2pPr>
            <a:lvl3pPr marL="731520" indent="-182880">
              <a:lnSpc>
                <a:spcPct val="90000"/>
              </a:lnSpc>
              <a:spcBef>
                <a:spcPts val="500"/>
              </a:spcBef>
              <a:buClr>
                <a:srgbClr val="FF8909"/>
              </a:buClr>
              <a:buFontTx/>
              <a:buChar char="•"/>
              <a:defRPr sz="1400" kern="1200" baseline="0">
                <a:solidFill>
                  <a:schemeClr val="tx1"/>
                </a:solidFill>
                <a:latin typeface="+mj-lt"/>
                <a:ea typeface="Roboto" pitchFamily="2" charset="0"/>
                <a:cs typeface="Roboto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4" name="Google Shape;109;p19">
            <a:extLst>
              <a:ext uri="{FF2B5EF4-FFF2-40B4-BE49-F238E27FC236}">
                <a16:creationId xmlns:a16="http://schemas.microsoft.com/office/drawing/2014/main" id="{519DCFCE-FC28-2A4C-923B-045200F9A33C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1F3B7765-E8F5-C448-970F-E3B5993F6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17388"/>
            <a:ext cx="9304176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27" name="Title Placeholder 1">
            <a:extLst>
              <a:ext uri="{FF2B5EF4-FFF2-40B4-BE49-F238E27FC236}">
                <a16:creationId xmlns:a16="http://schemas.microsoft.com/office/drawing/2014/main" id="{F6E32B65-0CC5-3B48-9ECB-A824D5C32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40" y="339472"/>
            <a:ext cx="9304176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pic>
        <p:nvPicPr>
          <p:cNvPr id="32" name="Google Shape;108;p19">
            <a:extLst>
              <a:ext uri="{FF2B5EF4-FFF2-40B4-BE49-F238E27FC236}">
                <a16:creationId xmlns:a16="http://schemas.microsoft.com/office/drawing/2014/main" id="{C7D3662D-E8CE-1347-895E-10E1AECE8810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9630150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E8D36-07ED-8C4D-9F7D-8905B270F3E6}"/>
              </a:ext>
            </a:extLst>
          </p:cNvPr>
          <p:cNvCxnSpPr/>
          <p:nvPr userDrawn="1"/>
        </p:nvCxnSpPr>
        <p:spPr>
          <a:xfrm>
            <a:off x="0" y="2099485"/>
            <a:ext cx="12192000" cy="0"/>
          </a:xfrm>
          <a:prstGeom prst="line">
            <a:avLst/>
          </a:prstGeom>
          <a:ln w="28575">
            <a:solidFill>
              <a:srgbClr val="F36F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360C23F-E932-CD4E-9815-9A2E2DD1E1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6095" y="1471143"/>
            <a:ext cx="1155340" cy="585516"/>
          </a:xfr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F1DF69C-FAF2-4307-A24D-513A9759CEDD}"/>
              </a:ext>
            </a:extLst>
          </p:cNvPr>
          <p:cNvGrpSpPr/>
          <p:nvPr userDrawn="1"/>
        </p:nvGrpSpPr>
        <p:grpSpPr>
          <a:xfrm>
            <a:off x="7497824" y="1947085"/>
            <a:ext cx="304800" cy="640080"/>
            <a:chOff x="7497824" y="1947085"/>
            <a:chExt cx="304800" cy="64008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2D16FD7-B25A-47EB-B118-33B394647319}"/>
                </a:ext>
              </a:extLst>
            </p:cNvPr>
            <p:cNvCxnSpPr/>
            <p:nvPr/>
          </p:nvCxnSpPr>
          <p:spPr>
            <a:xfrm>
              <a:off x="7650224" y="2099485"/>
              <a:ext cx="0" cy="48768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C8CE7A6-5309-4425-A9FB-AEE7A24E84E9}"/>
                </a:ext>
              </a:extLst>
            </p:cNvPr>
            <p:cNvSpPr/>
            <p:nvPr/>
          </p:nvSpPr>
          <p:spPr>
            <a:xfrm rot="16200000">
              <a:off x="7497824" y="1947085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 dirty="0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DC579A-7AD2-454E-86CD-1D12C91C483B}"/>
              </a:ext>
            </a:extLst>
          </p:cNvPr>
          <p:cNvGrpSpPr/>
          <p:nvPr userDrawn="1"/>
        </p:nvGrpSpPr>
        <p:grpSpPr>
          <a:xfrm>
            <a:off x="10606271" y="1947090"/>
            <a:ext cx="304800" cy="640079"/>
            <a:chOff x="10606271" y="1947087"/>
            <a:chExt cx="304800" cy="640078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B88508D-2A24-4B40-B812-04F7121B139E}"/>
                </a:ext>
              </a:extLst>
            </p:cNvPr>
            <p:cNvCxnSpPr/>
            <p:nvPr/>
          </p:nvCxnSpPr>
          <p:spPr>
            <a:xfrm>
              <a:off x="10758671" y="2099485"/>
              <a:ext cx="0" cy="487680"/>
            </a:xfrm>
            <a:prstGeom prst="line">
              <a:avLst/>
            </a:prstGeom>
            <a:ln w="19050">
              <a:solidFill>
                <a:srgbClr val="F36F26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C04D8C4-AEC2-40BE-BE45-732997700796}"/>
                </a:ext>
              </a:extLst>
            </p:cNvPr>
            <p:cNvSpPr/>
            <p:nvPr/>
          </p:nvSpPr>
          <p:spPr>
            <a:xfrm rot="16200000">
              <a:off x="10606271" y="1947087"/>
              <a:ext cx="304800" cy="304800"/>
            </a:xfrm>
            <a:prstGeom prst="ellipse">
              <a:avLst/>
            </a:prstGeom>
            <a:solidFill>
              <a:srgbClr val="F36F26"/>
            </a:solidFill>
            <a:ln w="19050">
              <a:solidFill>
                <a:srgbClr val="F36F2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 dirty="0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5EA19C-1DD7-47CD-846F-3295D3B608D1}"/>
              </a:ext>
            </a:extLst>
          </p:cNvPr>
          <p:cNvGrpSpPr/>
          <p:nvPr userDrawn="1"/>
        </p:nvGrpSpPr>
        <p:grpSpPr>
          <a:xfrm>
            <a:off x="5943600" y="1947090"/>
            <a:ext cx="304800" cy="2225039"/>
            <a:chOff x="5943600" y="1947087"/>
            <a:chExt cx="304800" cy="2225038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6910AC3-51E6-41EB-860E-24034EB06454}"/>
                </a:ext>
              </a:extLst>
            </p:cNvPr>
            <p:cNvCxnSpPr/>
            <p:nvPr/>
          </p:nvCxnSpPr>
          <p:spPr>
            <a:xfrm>
              <a:off x="6096000" y="2099485"/>
              <a:ext cx="0" cy="2072640"/>
            </a:xfrm>
            <a:prstGeom prst="line">
              <a:avLst/>
            </a:prstGeom>
            <a:ln w="19050">
              <a:solidFill>
                <a:srgbClr val="F36F26"/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CB4F9D0-E628-428E-8AE4-E2BF4F79E0EB}"/>
                </a:ext>
              </a:extLst>
            </p:cNvPr>
            <p:cNvSpPr/>
            <p:nvPr/>
          </p:nvSpPr>
          <p:spPr>
            <a:xfrm rot="16200000">
              <a:off x="5943600" y="1947087"/>
              <a:ext cx="304800" cy="304800"/>
            </a:xfrm>
            <a:prstGeom prst="ellipse">
              <a:avLst/>
            </a:prstGeom>
            <a:solidFill>
              <a:srgbClr val="F36F26"/>
            </a:solidFill>
            <a:ln w="19050">
              <a:solidFill>
                <a:srgbClr val="F36F26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 dirty="0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93E5CE8-BCC5-40F7-8392-AF77A6014B1C}"/>
              </a:ext>
            </a:extLst>
          </p:cNvPr>
          <p:cNvGrpSpPr/>
          <p:nvPr userDrawn="1"/>
        </p:nvGrpSpPr>
        <p:grpSpPr>
          <a:xfrm>
            <a:off x="9052048" y="1947090"/>
            <a:ext cx="304800" cy="2225039"/>
            <a:chOff x="9052048" y="1947087"/>
            <a:chExt cx="304800" cy="2225038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68B87B0-E679-4B22-B26A-B1869477DE6A}"/>
                </a:ext>
              </a:extLst>
            </p:cNvPr>
            <p:cNvCxnSpPr/>
            <p:nvPr/>
          </p:nvCxnSpPr>
          <p:spPr>
            <a:xfrm>
              <a:off x="9200113" y="2099485"/>
              <a:ext cx="0" cy="207264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8F601832-AE43-4E74-B7E3-102D1F669020}"/>
                </a:ext>
              </a:extLst>
            </p:cNvPr>
            <p:cNvSpPr/>
            <p:nvPr/>
          </p:nvSpPr>
          <p:spPr>
            <a:xfrm rot="16200000">
              <a:off x="9052048" y="1947087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 dirty="0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260A328-F3D7-4890-AD37-9CCCB064E224}"/>
              </a:ext>
            </a:extLst>
          </p:cNvPr>
          <p:cNvGrpSpPr/>
          <p:nvPr userDrawn="1"/>
        </p:nvGrpSpPr>
        <p:grpSpPr>
          <a:xfrm>
            <a:off x="2835157" y="1947090"/>
            <a:ext cx="304800" cy="2225039"/>
            <a:chOff x="2835155" y="1947087"/>
            <a:chExt cx="304800" cy="222503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FC08464-4B1D-40FD-B625-F14922374D4B}"/>
                </a:ext>
              </a:extLst>
            </p:cNvPr>
            <p:cNvCxnSpPr/>
            <p:nvPr/>
          </p:nvCxnSpPr>
          <p:spPr>
            <a:xfrm>
              <a:off x="2979361" y="2099485"/>
              <a:ext cx="0" cy="207264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2E16695-2075-40A4-9787-406788C384C6}"/>
                </a:ext>
              </a:extLst>
            </p:cNvPr>
            <p:cNvSpPr/>
            <p:nvPr/>
          </p:nvSpPr>
          <p:spPr>
            <a:xfrm rot="16200000">
              <a:off x="2835155" y="1947087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 dirty="0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4E4B2F-DE6B-46D1-AFC5-8DEBAD72AB9F}"/>
              </a:ext>
            </a:extLst>
          </p:cNvPr>
          <p:cNvGrpSpPr/>
          <p:nvPr userDrawn="1"/>
        </p:nvGrpSpPr>
        <p:grpSpPr>
          <a:xfrm>
            <a:off x="4389379" y="1947090"/>
            <a:ext cx="304800" cy="640079"/>
            <a:chOff x="4389377" y="1947087"/>
            <a:chExt cx="304800" cy="640078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666B193-6211-4A69-8409-417DFBE45C85}"/>
                </a:ext>
              </a:extLst>
            </p:cNvPr>
            <p:cNvCxnSpPr/>
            <p:nvPr/>
          </p:nvCxnSpPr>
          <p:spPr>
            <a:xfrm>
              <a:off x="4535515" y="2099485"/>
              <a:ext cx="0" cy="48768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732C868-028C-443B-BD53-AA3C61F52F4C}"/>
                </a:ext>
              </a:extLst>
            </p:cNvPr>
            <p:cNvSpPr/>
            <p:nvPr/>
          </p:nvSpPr>
          <p:spPr>
            <a:xfrm rot="16200000">
              <a:off x="4389377" y="1947087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 dirty="0">
                <a:solidFill>
                  <a:srgbClr val="005CB9"/>
                </a:solidFill>
                <a:latin typeface="Arial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6812736-C7D7-44EA-BA1E-DAA8544DAAB6}"/>
              </a:ext>
            </a:extLst>
          </p:cNvPr>
          <p:cNvGrpSpPr/>
          <p:nvPr userDrawn="1"/>
        </p:nvGrpSpPr>
        <p:grpSpPr>
          <a:xfrm>
            <a:off x="1156083" y="1947085"/>
            <a:ext cx="304800" cy="640080"/>
            <a:chOff x="1280929" y="1947085"/>
            <a:chExt cx="304800" cy="64008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AD679E-FE79-4A72-A8B2-19F254A9B80B}"/>
                </a:ext>
              </a:extLst>
            </p:cNvPr>
            <p:cNvCxnSpPr/>
            <p:nvPr/>
          </p:nvCxnSpPr>
          <p:spPr>
            <a:xfrm>
              <a:off x="1433329" y="2099485"/>
              <a:ext cx="0" cy="487680"/>
            </a:xfrm>
            <a:prstGeom prst="line">
              <a:avLst/>
            </a:prstGeom>
            <a:ln w="19050">
              <a:solidFill>
                <a:schemeClr val="tx1">
                  <a:lumMod val="75000"/>
                  <a:lumOff val="25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A3EB1E8-9CA3-4728-8A2B-B12B0B1BF020}"/>
                </a:ext>
              </a:extLst>
            </p:cNvPr>
            <p:cNvSpPr/>
            <p:nvPr/>
          </p:nvSpPr>
          <p:spPr>
            <a:xfrm rot="16200000">
              <a:off x="1280929" y="1947085"/>
              <a:ext cx="304800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>
                  <a:lumMod val="75000"/>
                  <a:lumOff val="25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121904" indent="-121904" algn="ctr">
                <a:spcBef>
                  <a:spcPts val="1600"/>
                </a:spcBef>
                <a:buClr>
                  <a:srgbClr val="005CB9"/>
                </a:buClr>
                <a:defRPr/>
              </a:pPr>
              <a:endParaRPr lang="en-US" sz="2133" dirty="0">
                <a:solidFill>
                  <a:srgbClr val="005CB9"/>
                </a:solidFill>
                <a:latin typeface="Arial"/>
              </a:endParaRPr>
            </a:p>
          </p:txBody>
        </p:sp>
      </p:grp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DA5142F6-BC0F-4F99-A454-19AE14714B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88561" y="4297817"/>
            <a:ext cx="2214883" cy="1401947"/>
          </a:xfrm>
        </p:spPr>
        <p:txBody>
          <a:bodyPr anchor="t"/>
          <a:lstStyle>
            <a:lvl1pPr marL="143997" indent="0" algn="ctr">
              <a:buNone/>
              <a:defRPr sz="1600" b="1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solidFill>
                  <a:srgbClr val="F77A3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CE942E9D-88AB-CA4D-82B1-D7A84536DB0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409887" y="1471143"/>
            <a:ext cx="1155340" cy="585516"/>
          </a:xfr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633C6E1C-0558-7646-8789-F49B27B3E4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64111" y="1471143"/>
            <a:ext cx="1155340" cy="585516"/>
          </a:xfr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7" name="Text Placeholder 3">
            <a:extLst>
              <a:ext uri="{FF2B5EF4-FFF2-40B4-BE49-F238E27FC236}">
                <a16:creationId xmlns:a16="http://schemas.microsoft.com/office/drawing/2014/main" id="{D8B67B19-550E-844A-89F0-E0052CDD7E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18331" y="1471143"/>
            <a:ext cx="1155340" cy="585516"/>
          </a:xfr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8" name="Text Placeholder 3">
            <a:extLst>
              <a:ext uri="{FF2B5EF4-FFF2-40B4-BE49-F238E27FC236}">
                <a16:creationId xmlns:a16="http://schemas.microsoft.com/office/drawing/2014/main" id="{83885574-AB81-E244-88D7-F8875ED1F77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72555" y="1471143"/>
            <a:ext cx="1155340" cy="585516"/>
          </a:xfr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59" name="Text Placeholder 3">
            <a:extLst>
              <a:ext uri="{FF2B5EF4-FFF2-40B4-BE49-F238E27FC236}">
                <a16:creationId xmlns:a16="http://schemas.microsoft.com/office/drawing/2014/main" id="{D4B822D5-0687-E24B-9381-5A73810E120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26775" y="1471143"/>
            <a:ext cx="1155340" cy="585516"/>
          </a:xfr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60" name="Text Placeholder 3">
            <a:extLst>
              <a:ext uri="{FF2B5EF4-FFF2-40B4-BE49-F238E27FC236}">
                <a16:creationId xmlns:a16="http://schemas.microsoft.com/office/drawing/2014/main" id="{08A255F3-ABFC-9F43-B89A-0CB33A8F624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80999" y="1471143"/>
            <a:ext cx="1155340" cy="585516"/>
          </a:xfrm>
        </p:spPr>
        <p:txBody>
          <a:bodyPr anchor="ctr">
            <a:normAutofit/>
          </a:bodyPr>
          <a:lstStyle>
            <a:lvl1pPr marL="143997" indent="0" algn="ctr">
              <a:buNone/>
              <a:defRPr sz="18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61" name="Text Placeholder 3">
            <a:extLst>
              <a:ext uri="{FF2B5EF4-FFF2-40B4-BE49-F238E27FC236}">
                <a16:creationId xmlns:a16="http://schemas.microsoft.com/office/drawing/2014/main" id="{2B53BB59-7180-DB46-83C9-CFB19E5896F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880117" y="4297817"/>
            <a:ext cx="2214883" cy="1401947"/>
          </a:xfr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2" name="Text Placeholder 3">
            <a:extLst>
              <a:ext uri="{FF2B5EF4-FFF2-40B4-BE49-F238E27FC236}">
                <a16:creationId xmlns:a16="http://schemas.microsoft.com/office/drawing/2014/main" id="{EABD5A21-41EE-CD45-BFBA-BD651EBC12F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97001" y="4297817"/>
            <a:ext cx="2214883" cy="1401947"/>
          </a:xfr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4" name="Text Placeholder 3">
            <a:extLst>
              <a:ext uri="{FF2B5EF4-FFF2-40B4-BE49-F238E27FC236}">
                <a16:creationId xmlns:a16="http://schemas.microsoft.com/office/drawing/2014/main" id="{84211E11-2B68-8444-A28C-6D1341F2F79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36505" y="2702697"/>
            <a:ext cx="2214883" cy="1401947"/>
          </a:xfr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471A887C-2CFE-4545-B5D7-51763D70FC3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10761" y="2702697"/>
            <a:ext cx="2214883" cy="1401947"/>
          </a:xfr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18C5D157-1A27-5F4A-9EC2-38235858DBC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42781" y="2702697"/>
            <a:ext cx="2214883" cy="1401947"/>
          </a:xfrm>
        </p:spPr>
        <p:txBody>
          <a:bodyPr anchor="t"/>
          <a:lstStyle>
            <a:lvl1pPr marL="143997" indent="0" algn="ctr"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5A6F5C30-7460-9040-B454-799ED5C0422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642561" y="2702697"/>
            <a:ext cx="2214883" cy="1401947"/>
          </a:xfrm>
        </p:spPr>
        <p:txBody>
          <a:bodyPr anchor="t"/>
          <a:lstStyle>
            <a:lvl1pPr marL="143997" indent="0" algn="ctr">
              <a:buNone/>
              <a:defRPr sz="1600" b="1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 algn="ctr">
              <a:buFont typeface="Arial" panose="020B0604020202020204" pitchFamily="34" charset="0"/>
              <a:buNone/>
              <a:defRPr sz="12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5" name="Google Shape;107;p19">
            <a:extLst>
              <a:ext uri="{FF2B5EF4-FFF2-40B4-BE49-F238E27FC236}">
                <a16:creationId xmlns:a16="http://schemas.microsoft.com/office/drawing/2014/main" id="{73699E57-8419-F840-A15B-3C7522887C3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B9E8147A-8BF5-6048-B874-3F7FA7AEE47F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63B50E4-4A01-9142-9960-F72B5E44150C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A6F583-FA59-834C-B8FE-23640FD0C579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47" name="Google Shape;109;p19">
            <a:extLst>
              <a:ext uri="{FF2B5EF4-FFF2-40B4-BE49-F238E27FC236}">
                <a16:creationId xmlns:a16="http://schemas.microsoft.com/office/drawing/2014/main" id="{656D23C9-4F76-D343-BC65-9140E4B5D4A8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Placeholder 3">
            <a:extLst>
              <a:ext uri="{FF2B5EF4-FFF2-40B4-BE49-F238E27FC236}">
                <a16:creationId xmlns:a16="http://schemas.microsoft.com/office/drawing/2014/main" id="{F1B9C0C3-D2FE-C64A-B6E2-65642222DB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739" y="705958"/>
            <a:ext cx="11542522" cy="377121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50" name="Title Placeholder 1">
            <a:extLst>
              <a:ext uri="{FF2B5EF4-FFF2-40B4-BE49-F238E27FC236}">
                <a16:creationId xmlns:a16="http://schemas.microsoft.com/office/drawing/2014/main" id="{E4860820-BC3F-5A42-A1DE-72F522416F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4739" y="339472"/>
            <a:ext cx="11542522" cy="359457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pic>
        <p:nvPicPr>
          <p:cNvPr id="63" name="Google Shape;108;p19">
            <a:extLst>
              <a:ext uri="{FF2B5EF4-FFF2-40B4-BE49-F238E27FC236}">
                <a16:creationId xmlns:a16="http://schemas.microsoft.com/office/drawing/2014/main" id="{9086ED54-06CF-F24B-A69B-E11DB002C3E1}"/>
              </a:ext>
            </a:extLst>
          </p:cNvPr>
          <p:cNvPicPr/>
          <p:nvPr userDrawn="1"/>
        </p:nvPicPr>
        <p:blipFill>
          <a:blip r:embed="rId3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438475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ulti-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8F954A25-F40F-2645-8A9B-7F3FB79D5912}"/>
              </a:ext>
            </a:extLst>
          </p:cNvPr>
          <p:cNvGrpSpPr/>
          <p:nvPr userDrawn="1"/>
        </p:nvGrpSpPr>
        <p:grpSpPr>
          <a:xfrm>
            <a:off x="3062780" y="1425235"/>
            <a:ext cx="8889677" cy="1142706"/>
            <a:chOff x="2036620" y="2839762"/>
            <a:chExt cx="8889677" cy="1142706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E61FC97-06A1-2644-874A-CF915E33B039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BAFA18F-EE0B-5146-A778-8D3AC3F6687C}"/>
                </a:ext>
              </a:extLst>
            </p:cNvPr>
            <p:cNvSpPr/>
            <p:nvPr/>
          </p:nvSpPr>
          <p:spPr>
            <a:xfrm>
              <a:off x="2036622" y="2839762"/>
              <a:ext cx="68400" cy="114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02991E1-C157-7A44-AF81-BC98543D1DE7}"/>
              </a:ext>
            </a:extLst>
          </p:cNvPr>
          <p:cNvGrpSpPr/>
          <p:nvPr userDrawn="1"/>
        </p:nvGrpSpPr>
        <p:grpSpPr>
          <a:xfrm>
            <a:off x="3062780" y="3036680"/>
            <a:ext cx="8889677" cy="1142706"/>
            <a:chOff x="2036620" y="2839762"/>
            <a:chExt cx="8889677" cy="1142706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2094A8DF-220C-3341-91A7-8756B992E18F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12C4E7C-FD1B-184E-A423-54A30CD7A9B5}"/>
                </a:ext>
              </a:extLst>
            </p:cNvPr>
            <p:cNvSpPr/>
            <p:nvPr/>
          </p:nvSpPr>
          <p:spPr>
            <a:xfrm>
              <a:off x="2036622" y="2839762"/>
              <a:ext cx="68400" cy="114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AE505AE-2BB9-8641-A12B-8C4A310DDC81}"/>
              </a:ext>
            </a:extLst>
          </p:cNvPr>
          <p:cNvGrpSpPr/>
          <p:nvPr userDrawn="1"/>
        </p:nvGrpSpPr>
        <p:grpSpPr>
          <a:xfrm>
            <a:off x="3062780" y="4646619"/>
            <a:ext cx="8889677" cy="1142706"/>
            <a:chOff x="2036620" y="2839762"/>
            <a:chExt cx="8889677" cy="1142706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D9C5CB99-142E-5E43-BFE6-9F72C90D4B26}"/>
                </a:ext>
              </a:extLst>
            </p:cNvPr>
            <p:cNvSpPr/>
            <p:nvPr/>
          </p:nvSpPr>
          <p:spPr>
            <a:xfrm>
              <a:off x="2036620" y="2839762"/>
              <a:ext cx="8889677" cy="114270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74320" tIns="0" rtlCol="0" anchor="ctr">
              <a:normAutofit/>
            </a:bodyPr>
            <a:lstStyle/>
            <a:p>
              <a:pPr>
                <a:spcBef>
                  <a:spcPts val="500"/>
                </a:spcBef>
              </a:pPr>
              <a:endParaRPr lang="en-US" sz="10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6D3026C4-9C41-B64C-B022-FAB733C563B9}"/>
                </a:ext>
              </a:extLst>
            </p:cNvPr>
            <p:cNvSpPr/>
            <p:nvPr/>
          </p:nvSpPr>
          <p:spPr>
            <a:xfrm>
              <a:off x="2036622" y="2839762"/>
              <a:ext cx="68400" cy="1141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8" name="Picture 7" descr="Background pattern&#10;&#10;Description automatically generated">
            <a:extLst>
              <a:ext uri="{FF2B5EF4-FFF2-40B4-BE49-F238E27FC236}">
                <a16:creationId xmlns:a16="http://schemas.microsoft.com/office/drawing/2014/main" id="{A31F6EE1-FAF9-4748-8442-DE1579841B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708947" cy="6858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E51D650-B9FA-7441-A98D-8DF4EA38BDF3}"/>
              </a:ext>
            </a:extLst>
          </p:cNvPr>
          <p:cNvSpPr/>
          <p:nvPr userDrawn="1"/>
        </p:nvSpPr>
        <p:spPr>
          <a:xfrm>
            <a:off x="0" y="1425236"/>
            <a:ext cx="2827606" cy="11412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2540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1118BBF-5F55-EF44-9D5A-2BB00E7966B0}"/>
              </a:ext>
            </a:extLst>
          </p:cNvPr>
          <p:cNvSpPr/>
          <p:nvPr userDrawn="1"/>
        </p:nvSpPr>
        <p:spPr>
          <a:xfrm>
            <a:off x="0" y="3031258"/>
            <a:ext cx="2827606" cy="1142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2540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FD750E1-5DA8-FA47-B715-20A7AC0A79BF}"/>
              </a:ext>
            </a:extLst>
          </p:cNvPr>
          <p:cNvSpPr/>
          <p:nvPr userDrawn="1"/>
        </p:nvSpPr>
        <p:spPr>
          <a:xfrm>
            <a:off x="-1" y="4645112"/>
            <a:ext cx="2850872" cy="114270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0" dist="2540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rtlCol="0" anchor="ctr"/>
          <a:lstStyle/>
          <a:p>
            <a:pPr>
              <a:lnSpc>
                <a:spcPct val="130000"/>
              </a:lnSpc>
            </a:pPr>
            <a:endParaRPr lang="en-US" sz="1000" dirty="0">
              <a:solidFill>
                <a:srgbClr val="FFFFFF">
                  <a:alpha val="70000"/>
                </a:srgbClr>
              </a:solidFill>
            </a:endParaRP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63508572-8A01-8D4D-A082-0153FAECDA5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9241" y="1460216"/>
            <a:ext cx="2630659" cy="106721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509BC466-5364-F248-A9BB-A7205006EBC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9241" y="3069007"/>
            <a:ext cx="2630659" cy="106721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F18B2EC-869D-294A-84BE-19419C8759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9241" y="4682861"/>
            <a:ext cx="2630659" cy="1067215"/>
          </a:xfrm>
          <a:solidFill>
            <a:schemeClr val="bg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0" name="Title Placeholder 1">
            <a:extLst>
              <a:ext uri="{FF2B5EF4-FFF2-40B4-BE49-F238E27FC236}">
                <a16:creationId xmlns:a16="http://schemas.microsoft.com/office/drawing/2014/main" id="{2780D3FE-B0E6-3B42-A633-8377E47141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75589" y="352176"/>
            <a:ext cx="9939201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>
            <a:lvl1pPr>
              <a:defRPr sz="2400" b="1"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THIS IS YOUR TITLE – KEEP IT TO ONE LINE MAXIMUM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58D7833-F9D0-D644-BA2B-B7F2A35B0B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75589" y="724667"/>
            <a:ext cx="9939201" cy="358586"/>
          </a:xfrm>
        </p:spPr>
        <p:txBody>
          <a:bodyPr lIns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rgbClr val="F77A33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8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800">
                <a:solidFill>
                  <a:schemeClr val="accent1"/>
                </a:solidFill>
              </a:defRPr>
            </a:lvl4pPr>
            <a:lvl5pPr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C9599FDE-DDD0-8646-860A-4DAD36235C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87688" y="1530281"/>
            <a:ext cx="8492192" cy="927083"/>
          </a:xfr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36A80E90-3DC6-3440-A865-D9D6EE87FE9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87688" y="3149824"/>
            <a:ext cx="8492192" cy="927083"/>
          </a:xfr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690448F4-1B69-404F-8A50-A21A87E0081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87688" y="4752925"/>
            <a:ext cx="8492192" cy="927083"/>
          </a:xfrm>
        </p:spPr>
        <p:txBody>
          <a:bodyPr lIns="0" anchor="ctr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+mn-lt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47" name="Google Shape;107;p19">
            <a:extLst>
              <a:ext uri="{FF2B5EF4-FFF2-40B4-BE49-F238E27FC236}">
                <a16:creationId xmlns:a16="http://schemas.microsoft.com/office/drawing/2014/main" id="{C2FFE17D-1777-5C43-AA92-0EE01B9CF22E}"/>
              </a:ext>
            </a:extLst>
          </p:cNvPr>
          <p:cNvPicPr/>
          <p:nvPr userDrawn="1"/>
        </p:nvPicPr>
        <p:blipFill>
          <a:blip r:embed="rId3"/>
          <a:stretch/>
        </p:blipFill>
        <p:spPr>
          <a:xfrm>
            <a:off x="-962" y="6362184"/>
            <a:ext cx="12191520" cy="523200"/>
          </a:xfrm>
          <a:prstGeom prst="rect">
            <a:avLst/>
          </a:prstGeom>
          <a:ln w="0">
            <a:noFill/>
          </a:ln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C7EF7B37-267B-7C48-AA58-0552D526F140}"/>
              </a:ext>
            </a:extLst>
          </p:cNvPr>
          <p:cNvSpPr/>
          <p:nvPr userDrawn="1"/>
        </p:nvSpPr>
        <p:spPr>
          <a:xfrm>
            <a:off x="11547063" y="641909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CB7A620-AA13-3B40-B4DC-6D3A09FFB35E}"/>
              </a:ext>
            </a:extLst>
          </p:cNvPr>
          <p:cNvSpPr/>
          <p:nvPr userDrawn="1"/>
        </p:nvSpPr>
        <p:spPr>
          <a:xfrm>
            <a:off x="11547063" y="6465575"/>
            <a:ext cx="259732" cy="259732"/>
          </a:xfrm>
          <a:prstGeom prst="rect">
            <a:avLst/>
          </a:prstGeom>
          <a:solidFill>
            <a:srgbClr val="F36F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067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62663A9-D8FB-ED45-93DF-4BE688B74FB4}"/>
              </a:ext>
            </a:extLst>
          </p:cNvPr>
          <p:cNvSpPr txBox="1"/>
          <p:nvPr userDrawn="1"/>
        </p:nvSpPr>
        <p:spPr>
          <a:xfrm>
            <a:off x="11502039" y="6495512"/>
            <a:ext cx="34977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954E5BDB-61AA-4049-AE86-82CC72DFC771}" type="slidenum">
              <a:rPr lang="en-US" sz="1067" smtClean="0">
                <a:solidFill>
                  <a:schemeClr val="bg1"/>
                </a:solidFill>
              </a:rPr>
              <a:t>‹#›</a:t>
            </a:fld>
            <a:endParaRPr lang="en-US" sz="1067" dirty="0">
              <a:solidFill>
                <a:schemeClr val="bg1"/>
              </a:solidFill>
            </a:endParaRPr>
          </a:p>
        </p:txBody>
      </p:sp>
      <p:sp>
        <p:nvSpPr>
          <p:cNvPr id="62" name="Google Shape;109;p19">
            <a:extLst>
              <a:ext uri="{FF2B5EF4-FFF2-40B4-BE49-F238E27FC236}">
                <a16:creationId xmlns:a16="http://schemas.microsoft.com/office/drawing/2014/main" id="{069E234E-0CDB-C140-AC11-FCCA64CD578F}"/>
              </a:ext>
            </a:extLst>
          </p:cNvPr>
          <p:cNvSpPr/>
          <p:nvPr userDrawn="1"/>
        </p:nvSpPr>
        <p:spPr>
          <a:xfrm>
            <a:off x="9281760" y="6541678"/>
            <a:ext cx="1931040" cy="164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11520">
              <a:lnSpc>
                <a:spcPct val="100000"/>
              </a:lnSpc>
              <a:tabLst>
                <a:tab pos="0" algn="l"/>
              </a:tabLst>
            </a:pPr>
            <a:r>
              <a:rPr lang="en-IN" sz="1070" b="0" i="0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Tavant &amp; Customer Confidential</a:t>
            </a:r>
            <a:endParaRPr lang="en-IN" sz="1070" b="0" u="none" strike="noStrike" dirty="0"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1" name="Google Shape;108;p19">
            <a:extLst>
              <a:ext uri="{FF2B5EF4-FFF2-40B4-BE49-F238E27FC236}">
                <a16:creationId xmlns:a16="http://schemas.microsoft.com/office/drawing/2014/main" id="{957C0ABB-A58C-C046-87CF-00864887AC2B}"/>
              </a:ext>
            </a:extLst>
          </p:cNvPr>
          <p:cNvPicPr/>
          <p:nvPr userDrawn="1"/>
        </p:nvPicPr>
        <p:blipFill>
          <a:blip r:embed="rId4" cstate="print"/>
          <a:stretch/>
        </p:blipFill>
        <p:spPr>
          <a:xfrm>
            <a:off x="265064" y="6462185"/>
            <a:ext cx="1264320" cy="34464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388936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03C305-61F7-5848-965E-BB53FCF60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539" y="292211"/>
            <a:ext cx="11712917" cy="35945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32A33-AD2C-3F43-9DE0-CEF27CC8D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9539" y="1200397"/>
            <a:ext cx="11712917" cy="4976565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950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9" r:id="rId2"/>
    <p:sldLayoutId id="2147483681" r:id="rId3"/>
    <p:sldLayoutId id="2147483682" r:id="rId4"/>
    <p:sldLayoutId id="2147483683" r:id="rId5"/>
    <p:sldLayoutId id="2147483692" r:id="rId6"/>
    <p:sldLayoutId id="2147483693" r:id="rId7"/>
    <p:sldLayoutId id="2147483711" r:id="rId8"/>
    <p:sldLayoutId id="2147483712" r:id="rId9"/>
    <p:sldLayoutId id="2147483694" r:id="rId10"/>
    <p:sldLayoutId id="2147483695" r:id="rId11"/>
    <p:sldLayoutId id="2147483696" r:id="rId12"/>
    <p:sldLayoutId id="2147483697" r:id="rId13"/>
    <p:sldLayoutId id="2147483700" r:id="rId14"/>
    <p:sldLayoutId id="2147483701" r:id="rId15"/>
    <p:sldLayoutId id="2147483703" r:id="rId16"/>
    <p:sldLayoutId id="2147483704" r:id="rId17"/>
    <p:sldLayoutId id="2147483705" r:id="rId18"/>
    <p:sldLayoutId id="2147483706" r:id="rId19"/>
    <p:sldLayoutId id="2147483707" r:id="rId20"/>
    <p:sldLayoutId id="2147483708" r:id="rId21"/>
    <p:sldLayoutId id="2147483709" r:id="rId22"/>
    <p:sldLayoutId id="2147483710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36538" indent="-223838" algn="l" defTabSz="914400" rtl="0" eaLnBrk="1" latinLnBrk="0" hangingPunct="1">
        <a:lnSpc>
          <a:spcPct val="90000"/>
        </a:lnSpc>
        <a:spcBef>
          <a:spcPts val="500"/>
        </a:spcBef>
        <a:buClr>
          <a:srgbClr val="F36F26"/>
        </a:buClr>
        <a:buFont typeface="Wingdings" pitchFamily="2" charset="2"/>
        <a:buChar char="§"/>
        <a:tabLst/>
        <a:defRPr sz="1600" kern="1200">
          <a:solidFill>
            <a:srgbClr val="77787B"/>
          </a:solidFill>
          <a:latin typeface="+mn-lt"/>
          <a:ea typeface="+mn-ea"/>
          <a:cs typeface="+mn-cs"/>
        </a:defRPr>
      </a:lvl2pPr>
      <a:lvl3pPr marL="460375" indent="-223838" algn="l" defTabSz="914400" rtl="0" eaLnBrk="1" latinLnBrk="0" hangingPunct="1">
        <a:lnSpc>
          <a:spcPct val="90000"/>
        </a:lnSpc>
        <a:spcBef>
          <a:spcPts val="500"/>
        </a:spcBef>
        <a:buClr>
          <a:srgbClr val="77787B"/>
        </a:buClr>
        <a:buFont typeface=".Lucida Grande UI Regular"/>
        <a:buChar char="▫"/>
        <a:tabLst/>
        <a:defRPr sz="1400" kern="1200">
          <a:solidFill>
            <a:srgbClr val="77787B"/>
          </a:solidFill>
          <a:latin typeface="+mn-lt"/>
          <a:ea typeface="+mn-ea"/>
          <a:cs typeface="+mn-cs"/>
        </a:defRPr>
      </a:lvl3pPr>
      <a:lvl4pPr marL="696913" indent="-236538" algn="l" defTabSz="914400" rtl="0" eaLnBrk="1" latinLnBrk="0" hangingPunct="1">
        <a:lnSpc>
          <a:spcPct val="90000"/>
        </a:lnSpc>
        <a:spcBef>
          <a:spcPts val="500"/>
        </a:spcBef>
        <a:buClr>
          <a:srgbClr val="77787B"/>
        </a:buClr>
        <a:buFont typeface=".Lucida Grande UI Regular"/>
        <a:buChar char="▫"/>
        <a:tabLst/>
        <a:defRPr sz="1400" kern="1200">
          <a:solidFill>
            <a:srgbClr val="77787B"/>
          </a:solidFill>
          <a:latin typeface="+mn-lt"/>
          <a:ea typeface="+mn-ea"/>
          <a:cs typeface="+mn-cs"/>
        </a:defRPr>
      </a:lvl4pPr>
      <a:lvl5pPr marL="920750" indent="-223838" algn="l" defTabSz="914400" rtl="0" eaLnBrk="1" latinLnBrk="0" hangingPunct="1">
        <a:lnSpc>
          <a:spcPct val="90000"/>
        </a:lnSpc>
        <a:spcBef>
          <a:spcPts val="500"/>
        </a:spcBef>
        <a:buClr>
          <a:srgbClr val="77787B"/>
        </a:buClr>
        <a:buFont typeface=".Lucida Grande UI Regular"/>
        <a:buChar char="▫"/>
        <a:tabLst/>
        <a:defRPr sz="1400" kern="1200">
          <a:solidFill>
            <a:srgbClr val="77787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www.tavant.com/" TargetMode="External"/><Relationship Id="rId5" Type="http://schemas.openxmlformats.org/officeDocument/2006/relationships/hyperlink" Target="mailto:hello@tavant.com" TargetMode="External"/><Relationship Id="rId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222B4A-3AC7-F443-B42A-2ED2F73144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5620" y="3573016"/>
            <a:ext cx="5503089" cy="45695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88F18-4E77-4C4F-AC5B-545C5F3E36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7BBB63-F778-CF49-8FDC-13A7DF0805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5620" y="1744215"/>
            <a:ext cx="5902241" cy="1601743"/>
          </a:xfrm>
        </p:spPr>
        <p:txBody>
          <a:bodyPr/>
          <a:lstStyle/>
          <a:p>
            <a:pPr lvl="0"/>
            <a:r>
              <a:rPr lang="en-IN" dirty="0"/>
              <a:t>THIS IS YOUR TITLE</a:t>
            </a:r>
            <a:br>
              <a:rPr lang="en-IN" dirty="0"/>
            </a:br>
            <a:r>
              <a:rPr lang="en-IN" dirty="0"/>
              <a:t>TRY TO KEEP IT TO</a:t>
            </a:r>
            <a:br>
              <a:rPr lang="en-IN" dirty="0"/>
            </a:br>
            <a:r>
              <a:rPr lang="en-IN" dirty="0"/>
              <a:t>THREE LINES MAXIMUM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545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26D662-2A32-BF4E-B371-1BA5D5EB2C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03200"/>
            <a:r>
              <a:rPr lang="en" dirty="0">
                <a:solidFill>
                  <a:srgbClr val="222222"/>
                </a:solidFill>
                <a:highlight>
                  <a:srgbClr val="FFFFFF"/>
                </a:highlight>
                <a:ea typeface="Calibri"/>
              </a:rPr>
              <a:t>First Talking Point</a:t>
            </a:r>
          </a:p>
          <a:p>
            <a:pPr marL="403200">
              <a:tabLst>
                <a:tab pos="0" algn="l"/>
              </a:tabLst>
            </a:pPr>
            <a:r>
              <a:rPr lang="en" dirty="0">
                <a:solidFill>
                  <a:srgbClr val="222222"/>
                </a:solidFill>
                <a:highlight>
                  <a:srgbClr val="FFFFFF"/>
                </a:highlight>
                <a:ea typeface="Calibri"/>
              </a:rPr>
              <a:t>Second Talking Point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03200">
              <a:tabLst>
                <a:tab pos="0" algn="l"/>
              </a:tabLst>
            </a:pPr>
            <a:r>
              <a:rPr lang="en" dirty="0">
                <a:solidFill>
                  <a:srgbClr val="222222"/>
                </a:solidFill>
                <a:highlight>
                  <a:srgbClr val="FFFFFF"/>
                </a:highlight>
                <a:ea typeface="Calibri"/>
              </a:rPr>
              <a:t>Third Talking Point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03200">
              <a:tabLst>
                <a:tab pos="0" algn="l"/>
              </a:tabLst>
            </a:pPr>
            <a:r>
              <a:rPr lang="en" dirty="0">
                <a:solidFill>
                  <a:srgbClr val="222222"/>
                </a:solidFill>
                <a:highlight>
                  <a:srgbClr val="FFFFFF"/>
                </a:highlight>
                <a:ea typeface="Calibri"/>
              </a:rPr>
              <a:t>Fourth Talking Point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03200">
              <a:tabLst>
                <a:tab pos="0" algn="l"/>
              </a:tabLst>
            </a:pPr>
            <a:r>
              <a:rPr lang="en" dirty="0">
                <a:solidFill>
                  <a:srgbClr val="222222"/>
                </a:solidFill>
                <a:highlight>
                  <a:srgbClr val="FFFFFF"/>
                </a:highlight>
                <a:ea typeface="Calibri"/>
              </a:rPr>
              <a:t>Fifth Talking Point</a:t>
            </a:r>
            <a:endParaRPr lang="en-IN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403200">
              <a:tabLst>
                <a:tab pos="0" algn="l"/>
              </a:tabLst>
            </a:pPr>
            <a:r>
              <a:rPr lang="en" dirty="0">
                <a:solidFill>
                  <a:srgbClr val="222222"/>
                </a:solidFill>
                <a:highlight>
                  <a:srgbClr val="FFFFFF"/>
                </a:highlight>
                <a:ea typeface="Calibri"/>
              </a:rPr>
              <a:t>Sixth Talking Point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7C6B07-BF00-6C4D-8647-0E34C41CD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759" y="504573"/>
            <a:ext cx="5555053" cy="45482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639033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87613-D12F-6745-AC8E-C163E92431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3EE97A1-F5BA-8440-A971-CBF7938C2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75" y="2573239"/>
            <a:ext cx="5334982" cy="351705"/>
          </a:xfrm>
        </p:spPr>
        <p:txBody>
          <a:bodyPr/>
          <a:lstStyle/>
          <a:p>
            <a:r>
              <a:rPr lang="en-US" dirty="0"/>
              <a:t>THIS IS YOUR BREAKER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186928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2792E-69B9-0E4D-939C-CB83157CB1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EC450B-6160-F74A-8FCD-09656870E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75" y="2573239"/>
            <a:ext cx="5267605" cy="351705"/>
          </a:xfrm>
        </p:spPr>
        <p:txBody>
          <a:bodyPr/>
          <a:lstStyle/>
          <a:p>
            <a:r>
              <a:rPr lang="en-US" dirty="0"/>
              <a:t>THIS IS YOUR BREAKER SLIDE TITLE</a:t>
            </a:r>
          </a:p>
        </p:txBody>
      </p:sp>
    </p:spTree>
    <p:extLst>
      <p:ext uri="{BB962C8B-B14F-4D97-AF65-F5344CB8AC3E}">
        <p14:creationId xmlns:p14="http://schemas.microsoft.com/office/powerpoint/2010/main" val="1900508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B9F8C81-87EC-4A49-82F5-E66F958D8D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18AE606-0C6C-AD4A-9A52-E236050C8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675" y="2573239"/>
            <a:ext cx="5267605" cy="351705"/>
          </a:xfrm>
        </p:spPr>
        <p:txBody>
          <a:bodyPr/>
          <a:lstStyle/>
          <a:p>
            <a:r>
              <a:rPr lang="en-US" dirty="0"/>
              <a:t>THIS IS YOUR BREAKER SLIDE TITLE</a:t>
            </a:r>
          </a:p>
        </p:txBody>
      </p:sp>
    </p:spTree>
    <p:extLst>
      <p:ext uri="{BB962C8B-B14F-4D97-AF65-F5344CB8AC3E}">
        <p14:creationId xmlns:p14="http://schemas.microsoft.com/office/powerpoint/2010/main" val="2279900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970FA78-CC9E-1A48-B54B-4CBE651ADF5A}"/>
              </a:ext>
            </a:extLst>
          </p:cNvPr>
          <p:cNvSpPr>
            <a:spLocks noGrp="1"/>
          </p:cNvSpPr>
          <p:nvPr>
            <p:ph sz="quarter" idx="3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A3FAC7-C0FC-584F-A8C7-810B3AD91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</p:spTree>
    <p:extLst>
      <p:ext uri="{BB962C8B-B14F-4D97-AF65-F5344CB8AC3E}">
        <p14:creationId xmlns:p14="http://schemas.microsoft.com/office/powerpoint/2010/main" val="3578253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69F5D1D-2110-9648-BF51-5EA74E860CB2}"/>
              </a:ext>
            </a:extLst>
          </p:cNvPr>
          <p:cNvSpPr>
            <a:spLocks noGrp="1"/>
          </p:cNvSpPr>
          <p:nvPr>
            <p:ph sz="quarter" idx="3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53D8C-F444-2443-B764-B874E3321D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09260EA-19BB-EF4F-9F4E-9F3372D1A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39" y="339472"/>
            <a:ext cx="11542522" cy="359457"/>
          </a:xfrm>
        </p:spPr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</p:spTree>
    <p:extLst>
      <p:ext uri="{BB962C8B-B14F-4D97-AF65-F5344CB8AC3E}">
        <p14:creationId xmlns:p14="http://schemas.microsoft.com/office/powerpoint/2010/main" val="2527075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9F3580-10DA-6442-B2F6-A069F829A345}"/>
              </a:ext>
            </a:extLst>
          </p:cNvPr>
          <p:cNvSpPr>
            <a:spLocks noGrp="1"/>
          </p:cNvSpPr>
          <p:nvPr>
            <p:ph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F1630-5BC8-9D4A-8353-B3C6699BB2B4}"/>
              </a:ext>
            </a:extLst>
          </p:cNvPr>
          <p:cNvSpPr>
            <a:spLocks noGrp="1"/>
          </p:cNvSpPr>
          <p:nvPr>
            <p:ph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1207C-0202-8640-B184-CCBAACEBBE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This Is Your Optional Subtitle – Keep to One Line Maximum if Used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528215-AD38-1A48-922A-045EF2BA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</p:spTree>
    <p:extLst>
      <p:ext uri="{BB962C8B-B14F-4D97-AF65-F5344CB8AC3E}">
        <p14:creationId xmlns:p14="http://schemas.microsoft.com/office/powerpoint/2010/main" val="1037565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68BD5-D0B0-8D47-B01E-33DB46F8E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39" y="339472"/>
            <a:ext cx="11542522" cy="359457"/>
          </a:xfrm>
        </p:spPr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</p:spTree>
    <p:extLst>
      <p:ext uri="{BB962C8B-B14F-4D97-AF65-F5344CB8AC3E}">
        <p14:creationId xmlns:p14="http://schemas.microsoft.com/office/powerpoint/2010/main" val="3650392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87D458-E8EE-2D40-920C-1FC37C6255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3EC549-7A6D-A642-B9AE-984F03BBB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</p:spTree>
    <p:extLst>
      <p:ext uri="{BB962C8B-B14F-4D97-AF65-F5344CB8AC3E}">
        <p14:creationId xmlns:p14="http://schemas.microsoft.com/office/powerpoint/2010/main" val="263394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7142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8FC64-B265-A541-B1B1-C7018DAE6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</p:spTree>
    <p:extLst>
      <p:ext uri="{BB962C8B-B14F-4D97-AF65-F5344CB8AC3E}">
        <p14:creationId xmlns:p14="http://schemas.microsoft.com/office/powerpoint/2010/main" val="496632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376976-F7DE-4046-8684-2D66711C3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39D67BF8-0EB8-3443-BF8F-069DB441D606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26056" y="980727"/>
            <a:ext cx="11539888" cy="50983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9442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Company name&#10;&#10;Description automatically generated with medium confidence">
            <a:extLst>
              <a:ext uri="{FF2B5EF4-FFF2-40B4-BE49-F238E27FC236}">
                <a16:creationId xmlns:a16="http://schemas.microsoft.com/office/drawing/2014/main" id="{D0458201-3CD2-5C4A-B613-6BF375AA4D7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1" name="Picture Placeholder 30" descr="Logo, company name&#10;&#10;Description automatically generated">
            <a:extLst>
              <a:ext uri="{FF2B5EF4-FFF2-40B4-BE49-F238E27FC236}">
                <a16:creationId xmlns:a16="http://schemas.microsoft.com/office/drawing/2014/main" id="{6574FC10-AD1F-A449-B025-86A88A6F592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33" name="Picture Placeholder 32" descr="A person using a computer&#10;&#10;Description automatically generated with low confidence">
            <a:extLst>
              <a:ext uri="{FF2B5EF4-FFF2-40B4-BE49-F238E27FC236}">
                <a16:creationId xmlns:a16="http://schemas.microsoft.com/office/drawing/2014/main" id="{8FD3553F-BC7F-9A4A-A670-3AED5065734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827" y="1337197"/>
            <a:ext cx="2700088" cy="1307531"/>
          </a:xfrm>
        </p:spPr>
      </p:pic>
      <p:pic>
        <p:nvPicPr>
          <p:cNvPr id="35" name="Picture Placeholder 34" descr="A group of people sitting around a table with laptops&#10;&#10;Description automatically generated with medium confidence">
            <a:extLst>
              <a:ext uri="{FF2B5EF4-FFF2-40B4-BE49-F238E27FC236}">
                <a16:creationId xmlns:a16="http://schemas.microsoft.com/office/drawing/2014/main" id="{6793C28C-11D4-5A47-9783-B0BFE48749B5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18575" y="1337197"/>
            <a:ext cx="2700088" cy="1307531"/>
          </a:xfrm>
        </p:spPr>
      </p:pic>
      <p:pic>
        <p:nvPicPr>
          <p:cNvPr id="37" name="Picture Placeholder 36" descr="A person playing a guitar&#10;&#10;Description automatically generated with low confidence">
            <a:extLst>
              <a:ext uri="{FF2B5EF4-FFF2-40B4-BE49-F238E27FC236}">
                <a16:creationId xmlns:a16="http://schemas.microsoft.com/office/drawing/2014/main" id="{3AC7A68A-109B-7C4E-BD1D-418DC8E97FC3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173335" y="1337197"/>
            <a:ext cx="2700087" cy="1307531"/>
          </a:xfrm>
        </p:spPr>
      </p:pic>
      <p:pic>
        <p:nvPicPr>
          <p:cNvPr id="39" name="Picture Placeholder 38" descr="A person looking at a computer&#10;&#10;Description automatically generated with low confidence">
            <a:extLst>
              <a:ext uri="{FF2B5EF4-FFF2-40B4-BE49-F238E27FC236}">
                <a16:creationId xmlns:a16="http://schemas.microsoft.com/office/drawing/2014/main" id="{A6F1AE11-26E0-4F4C-8A28-795120756C73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28090" y="1337197"/>
            <a:ext cx="2700087" cy="1307531"/>
          </a:xfrm>
        </p:spPr>
      </p:pic>
      <p:pic>
        <p:nvPicPr>
          <p:cNvPr id="25" name="Picture Placeholder 24" descr="Logo&#10;&#10;Description automatically generated">
            <a:extLst>
              <a:ext uri="{FF2B5EF4-FFF2-40B4-BE49-F238E27FC236}">
                <a16:creationId xmlns:a16="http://schemas.microsoft.com/office/drawing/2014/main" id="{C294BBCB-E3B1-8D47-8A47-4610BA9E48A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9" name="Picture Placeholder 28" descr="Icon&#10;&#10;Description automatically generated">
            <a:extLst>
              <a:ext uri="{FF2B5EF4-FFF2-40B4-BE49-F238E27FC236}">
                <a16:creationId xmlns:a16="http://schemas.microsoft.com/office/drawing/2014/main" id="{2726EA6E-12CF-4A4C-B213-CB51D2372DB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045C50D2-541B-8442-8A32-A62651F17596}"/>
              </a:ext>
            </a:extLst>
          </p:cNvPr>
          <p:cNvSpPr txBox="1">
            <a:spLocks/>
          </p:cNvSpPr>
          <p:nvPr/>
        </p:nvSpPr>
        <p:spPr>
          <a:xfrm>
            <a:off x="584281" y="2747226"/>
            <a:ext cx="2455803" cy="2371161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defRPr sz="1400" b="1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12700" indent="0" algn="ctr">
              <a:buNone/>
              <a:defRPr sz="1200">
                <a:latin typeface="+mj-lt"/>
                <a:cs typeface="Calibri" panose="020F0502020204030204" pitchFamily="34" charset="0"/>
              </a:defRPr>
            </a:lvl2pPr>
            <a:lvl3pPr marL="236519" indent="0">
              <a:buNone/>
              <a:defRPr sz="1200">
                <a:latin typeface="+mj-lt"/>
                <a:cs typeface="Calibri" panose="020F0502020204030204" pitchFamily="34" charset="0"/>
              </a:defRPr>
            </a:lvl3pPr>
            <a:lvl4pPr marL="460339" indent="0">
              <a:buNone/>
              <a:defRPr sz="1200">
                <a:latin typeface="+mj-lt"/>
                <a:cs typeface="Calibri" panose="020F0502020204030204" pitchFamily="34" charset="0"/>
              </a:defRPr>
            </a:lvl4pPr>
            <a:lvl5pPr marL="696860" indent="0">
              <a:buNone/>
              <a:defRPr sz="1200">
                <a:latin typeface="+mj-lt"/>
                <a:cs typeface="Calibri" panose="020F0502020204030204" pitchFamily="34" charset="0"/>
              </a:defRPr>
            </a:lvl5pPr>
            <a:lvl6pPr>
              <a:defRPr>
                <a:latin typeface="+mj-lt"/>
                <a:cs typeface="Calibri" panose="020F0502020204030204" pitchFamily="34" charset="0"/>
              </a:defRPr>
            </a:lvl6pPr>
            <a:lvl7pPr>
              <a:defRPr>
                <a:latin typeface="+mj-lt"/>
                <a:cs typeface="Calibri" panose="020F0502020204030204" pitchFamily="34" charset="0"/>
              </a:defRPr>
            </a:lvl7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Lorem ipsum dolor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consectetur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adipiscing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elit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EEEEEE"/>
              </a:solidFill>
              <a:effectLst/>
              <a:uLnTx/>
              <a:uFillTx/>
              <a:cs typeface="Calibri" panose="020F050202020403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Lorem ipsum dolor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consectetur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adipiscing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elit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6" name="Text Placeholder 12">
            <a:extLst>
              <a:ext uri="{FF2B5EF4-FFF2-40B4-BE49-F238E27FC236}">
                <a16:creationId xmlns:a16="http://schemas.microsoft.com/office/drawing/2014/main" id="{B1A7F58B-9FEC-6949-ABE9-864E9633A4B0}"/>
              </a:ext>
            </a:extLst>
          </p:cNvPr>
          <p:cNvSpPr txBox="1">
            <a:spLocks/>
          </p:cNvSpPr>
          <p:nvPr/>
        </p:nvSpPr>
        <p:spPr>
          <a:xfrm>
            <a:off x="3435541" y="2747226"/>
            <a:ext cx="2455803" cy="237116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defRPr sz="1400" b="1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12700" indent="0" algn="ctr">
              <a:buNone/>
              <a:defRPr sz="1200">
                <a:latin typeface="+mj-lt"/>
                <a:cs typeface="Calibri" panose="020F0502020204030204" pitchFamily="34" charset="0"/>
              </a:defRPr>
            </a:lvl2pPr>
            <a:lvl3pPr marL="236519" indent="0">
              <a:buNone/>
              <a:defRPr sz="1200">
                <a:latin typeface="+mj-lt"/>
                <a:cs typeface="Calibri" panose="020F0502020204030204" pitchFamily="34" charset="0"/>
              </a:defRPr>
            </a:lvl3pPr>
            <a:lvl4pPr marL="460339" indent="0">
              <a:buNone/>
              <a:defRPr sz="1200">
                <a:latin typeface="+mj-lt"/>
                <a:cs typeface="Calibri" panose="020F0502020204030204" pitchFamily="34" charset="0"/>
              </a:defRPr>
            </a:lvl4pPr>
            <a:lvl5pPr marL="696860" indent="0">
              <a:buNone/>
              <a:defRPr sz="1200">
                <a:latin typeface="+mj-lt"/>
                <a:cs typeface="Calibri" panose="020F0502020204030204" pitchFamily="34" charset="0"/>
              </a:defRPr>
            </a:lvl5pPr>
            <a:lvl6pPr>
              <a:defRPr>
                <a:latin typeface="+mj-lt"/>
                <a:cs typeface="Calibri" panose="020F0502020204030204" pitchFamily="34" charset="0"/>
              </a:defRPr>
            </a:lvl6pPr>
            <a:lvl7pPr>
              <a:defRPr>
                <a:latin typeface="+mj-lt"/>
                <a:cs typeface="Calibri" panose="020F0502020204030204" pitchFamily="34" charset="0"/>
              </a:defRPr>
            </a:lvl7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Lorem ipsum dolor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consectetur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adipiscing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elit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EEEEEE"/>
              </a:solidFill>
              <a:effectLst/>
              <a:uLnTx/>
              <a:uFillTx/>
              <a:cs typeface="Calibri" panose="020F050202020403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Lorem ipsum dolor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consectetur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adipiscing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elit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47" name="Text Placeholder 13">
            <a:extLst>
              <a:ext uri="{FF2B5EF4-FFF2-40B4-BE49-F238E27FC236}">
                <a16:creationId xmlns:a16="http://schemas.microsoft.com/office/drawing/2014/main" id="{6D8681D5-E3FB-EC4C-AA65-5C7E57BB7CFA}"/>
              </a:ext>
            </a:extLst>
          </p:cNvPr>
          <p:cNvSpPr txBox="1">
            <a:spLocks/>
          </p:cNvSpPr>
          <p:nvPr/>
        </p:nvSpPr>
        <p:spPr>
          <a:xfrm>
            <a:off x="6295473" y="2747226"/>
            <a:ext cx="2455803" cy="237116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defRPr sz="1400" b="1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12700" indent="0" algn="ctr">
              <a:buNone/>
              <a:defRPr sz="1200">
                <a:latin typeface="+mj-lt"/>
                <a:cs typeface="Calibri" panose="020F0502020204030204" pitchFamily="34" charset="0"/>
              </a:defRPr>
            </a:lvl2pPr>
            <a:lvl3pPr marL="236519" indent="0">
              <a:buNone/>
              <a:defRPr sz="1200">
                <a:latin typeface="+mj-lt"/>
                <a:cs typeface="Calibri" panose="020F0502020204030204" pitchFamily="34" charset="0"/>
              </a:defRPr>
            </a:lvl3pPr>
            <a:lvl4pPr marL="460339" indent="0">
              <a:buNone/>
              <a:defRPr sz="1200">
                <a:latin typeface="+mj-lt"/>
                <a:cs typeface="Calibri" panose="020F0502020204030204" pitchFamily="34" charset="0"/>
              </a:defRPr>
            </a:lvl4pPr>
            <a:lvl5pPr marL="696860" indent="0">
              <a:buNone/>
              <a:defRPr sz="1200">
                <a:latin typeface="+mj-lt"/>
                <a:cs typeface="Calibri" panose="020F0502020204030204" pitchFamily="34" charset="0"/>
              </a:defRPr>
            </a:lvl5pPr>
            <a:lvl6pPr>
              <a:defRPr>
                <a:latin typeface="+mj-lt"/>
                <a:cs typeface="Calibri" panose="020F0502020204030204" pitchFamily="34" charset="0"/>
              </a:defRPr>
            </a:lvl6pPr>
            <a:lvl7pPr>
              <a:defRPr>
                <a:latin typeface="+mj-lt"/>
                <a:cs typeface="Calibri" panose="020F0502020204030204" pitchFamily="34" charset="0"/>
              </a:defRPr>
            </a:lvl7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Lorem ipsum dolor sit amet, consectetur adipiscing elit.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EEEEEE"/>
              </a:solidFill>
              <a:effectLst/>
              <a:uLnTx/>
              <a:uFillTx/>
              <a:cs typeface="Calibri" panose="020F050202020403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cs typeface="Calibri" panose="020F0502020204030204" pitchFamily="34" charset="0"/>
              </a:rPr>
              <a:t>Lorem ipsum dolor sit amet, consectetur adipiscing elit.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cs typeface="Calibri" panose="020F0502020204030204" pitchFamily="34" charset="0"/>
            </a:endParaRP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F762440C-B3C5-1D45-9941-C7338DFCB841}"/>
              </a:ext>
            </a:extLst>
          </p:cNvPr>
          <p:cNvSpPr txBox="1">
            <a:spLocks/>
          </p:cNvSpPr>
          <p:nvPr/>
        </p:nvSpPr>
        <p:spPr>
          <a:xfrm>
            <a:off x="9150228" y="2747226"/>
            <a:ext cx="2455803" cy="237116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marL="0" indent="0" algn="ctr"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defRPr sz="1400" b="1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12700" indent="0" algn="ctr">
              <a:buNone/>
              <a:defRPr sz="1200">
                <a:latin typeface="+mj-lt"/>
                <a:cs typeface="Calibri" panose="020F0502020204030204" pitchFamily="34" charset="0"/>
              </a:defRPr>
            </a:lvl2pPr>
            <a:lvl3pPr marL="236519" indent="0">
              <a:buNone/>
              <a:defRPr sz="1200">
                <a:latin typeface="+mj-lt"/>
                <a:cs typeface="Calibri" panose="020F0502020204030204" pitchFamily="34" charset="0"/>
              </a:defRPr>
            </a:lvl3pPr>
            <a:lvl4pPr marL="460339" indent="0">
              <a:buNone/>
              <a:defRPr sz="1200">
                <a:latin typeface="+mj-lt"/>
                <a:cs typeface="Calibri" panose="020F0502020204030204" pitchFamily="34" charset="0"/>
              </a:defRPr>
            </a:lvl4pPr>
            <a:lvl5pPr marL="696860" indent="0">
              <a:buNone/>
              <a:defRPr sz="1200">
                <a:latin typeface="+mj-lt"/>
                <a:cs typeface="Calibri" panose="020F0502020204030204" pitchFamily="34" charset="0"/>
              </a:defRPr>
            </a:lvl5pPr>
            <a:lvl6pPr>
              <a:defRPr>
                <a:latin typeface="+mj-lt"/>
                <a:cs typeface="Calibri" panose="020F0502020204030204" pitchFamily="34" charset="0"/>
              </a:defRPr>
            </a:lvl6pPr>
            <a:lvl7pPr>
              <a:defRPr>
                <a:latin typeface="+mj-lt"/>
                <a:cs typeface="Calibri" panose="020F0502020204030204" pitchFamily="34" charset="0"/>
              </a:defRPr>
            </a:lvl7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Lorem ipsum dolor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consectetur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adipiscing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elit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.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EEEEEE"/>
              </a:solidFill>
              <a:effectLst/>
              <a:uLnTx/>
              <a:uFillTx/>
              <a:cs typeface="Calibri" panose="020F0502020204030204" pitchFamily="34" charset="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Calibri" panose="020F0502020204030204" pitchFamily="34" charset="0"/>
                <a:cs typeface="Calibri" panose="020F0502020204030204" pitchFamily="34" charset="0"/>
              </a:rPr>
              <a:t>Text placeholder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67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Lorem ipsum dolor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consectetur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adipiscing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elit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6E0A0447-AC54-214C-B41B-710293864857}"/>
              </a:ext>
            </a:extLst>
          </p:cNvPr>
          <p:cNvSpPr txBox="1">
            <a:spLocks/>
          </p:cNvSpPr>
          <p:nvPr/>
        </p:nvSpPr>
        <p:spPr>
          <a:xfrm>
            <a:off x="324739" y="717388"/>
            <a:ext cx="11542522" cy="37712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F77A33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36F26"/>
              </a:buClr>
              <a:buFont typeface="Wingdings" pitchFamily="2" charset="2"/>
              <a:buNone/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60375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7787B"/>
              </a:buClr>
              <a:buFont typeface=".Lucida Grande UI Regular"/>
              <a:buChar char="▫"/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696913" indent="-2365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7787B"/>
              </a:buClr>
              <a:buFont typeface=".Lucida Grande UI Regular"/>
              <a:buChar char="▫"/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92075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7787B"/>
              </a:buClr>
              <a:buFont typeface=".Lucida Grande UI Regular"/>
              <a:buChar char="▫"/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26" name="Title 14">
            <a:extLst>
              <a:ext uri="{FF2B5EF4-FFF2-40B4-BE49-F238E27FC236}">
                <a16:creationId xmlns:a16="http://schemas.microsoft.com/office/drawing/2014/main" id="{DF05C92E-FB35-9043-9122-C1A877725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39" y="339472"/>
            <a:ext cx="11542522" cy="359457"/>
          </a:xfrm>
        </p:spPr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</p:spTree>
    <p:extLst>
      <p:ext uri="{BB962C8B-B14F-4D97-AF65-F5344CB8AC3E}">
        <p14:creationId xmlns:p14="http://schemas.microsoft.com/office/powerpoint/2010/main" val="2900449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8" descr="Wind turbines in a snowy field&#10;&#10;Description automatically generated with low confidence">
            <a:extLst>
              <a:ext uri="{FF2B5EF4-FFF2-40B4-BE49-F238E27FC236}">
                <a16:creationId xmlns:a16="http://schemas.microsoft.com/office/drawing/2014/main" id="{BC916812-441D-B042-B688-EBCF6DB232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188802"/>
            <a:ext cx="4201812" cy="5050711"/>
          </a:xfr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1AA84D2-12F5-2E45-B64A-AB3BB6805ADE}"/>
              </a:ext>
            </a:extLst>
          </p:cNvPr>
          <p:cNvSpPr txBox="1">
            <a:spLocks/>
          </p:cNvSpPr>
          <p:nvPr/>
        </p:nvSpPr>
        <p:spPr>
          <a:xfrm>
            <a:off x="4680200" y="1915018"/>
            <a:ext cx="3186533" cy="13833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01. Another Topic</a:t>
            </a:r>
          </a:p>
          <a:p>
            <a:pPr marL="127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Lorem ipsum dolor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consectetur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adipiscing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elit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Nunc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feugiat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tempus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nisl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vitae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scelerisque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Mauris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efficitur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eleifend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ultrices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</a:t>
            </a: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srgbClr val="595959">
                  <a:lumMod val="60000"/>
                  <a:lumOff val="40000"/>
                </a:srgbClr>
              </a:solidFill>
              <a:effectLst/>
              <a:uLnTx/>
              <a:uFillTx/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E7D363D-ABAC-E34A-8AAB-2A0439106632}"/>
              </a:ext>
            </a:extLst>
          </p:cNvPr>
          <p:cNvSpPr txBox="1">
            <a:spLocks/>
          </p:cNvSpPr>
          <p:nvPr/>
        </p:nvSpPr>
        <p:spPr>
          <a:xfrm>
            <a:off x="8527804" y="1915018"/>
            <a:ext cx="3186533" cy="138339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marL="0" indent="0">
              <a:spcBef>
                <a:spcPts val="1889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/>
            </a:lvl3pPr>
            <a:lvl4pPr marL="460339" indent="0">
              <a:buNone/>
              <a:defRPr sz="1200"/>
            </a:lvl4pPr>
            <a:lvl5pPr marL="696860" indent="0">
              <a:buNone/>
              <a:defRPr sz="1200"/>
            </a:lvl5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02. Another Topic</a:t>
            </a:r>
          </a:p>
          <a:p>
            <a:pPr marL="127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Lorem ipsum dolor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consectetur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adipiscing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elit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Nunc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feugiat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tempus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nisl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vitae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scelerisque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Mauris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efficitur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eleifend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ultrices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</a:t>
            </a: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srgbClr val="595959">
                  <a:lumMod val="60000"/>
                  <a:lumOff val="40000"/>
                </a:srgbClr>
              </a:solidFill>
              <a:effectLst/>
              <a:uLnTx/>
              <a:uFillTx/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CBE35A6-7C91-D345-B02F-D958C1DBC4BD}"/>
              </a:ext>
            </a:extLst>
          </p:cNvPr>
          <p:cNvSpPr txBox="1">
            <a:spLocks/>
          </p:cNvSpPr>
          <p:nvPr/>
        </p:nvSpPr>
        <p:spPr>
          <a:xfrm>
            <a:off x="4441352" y="3764925"/>
            <a:ext cx="7511104" cy="2427911"/>
          </a:xfrm>
          <a:prstGeom prst="rect">
            <a:avLst/>
          </a:prstGeom>
        </p:spPr>
        <p:txBody>
          <a:bodyPr vert="horz" lIns="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36538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36F26"/>
              </a:buClr>
              <a:buFont typeface="Wingdings" pitchFamily="2" charset="2"/>
              <a:buChar char="§"/>
              <a:tabLst/>
              <a:defRPr sz="1600" kern="1200">
                <a:solidFill>
                  <a:srgbClr val="77787B"/>
                </a:solidFill>
                <a:latin typeface="+mn-lt"/>
                <a:ea typeface="+mn-ea"/>
                <a:cs typeface="+mn-cs"/>
              </a:defRPr>
            </a:lvl2pPr>
            <a:lvl3pPr marL="460375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7787B"/>
              </a:buClr>
              <a:buFont typeface=".Lucida Grande UI Regular"/>
              <a:buChar char="▫"/>
              <a:tabLst/>
              <a:defRPr sz="1400" kern="1200">
                <a:solidFill>
                  <a:srgbClr val="77787B"/>
                </a:solidFill>
                <a:latin typeface="+mn-lt"/>
                <a:ea typeface="+mn-ea"/>
                <a:cs typeface="+mn-cs"/>
              </a:defRPr>
            </a:lvl3pPr>
            <a:lvl4pPr marL="696913" indent="-2365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7787B"/>
              </a:buClr>
              <a:buFont typeface=".Lucida Grande UI Regular"/>
              <a:buChar char="▫"/>
              <a:tabLst/>
              <a:defRPr sz="1400" kern="1200">
                <a:solidFill>
                  <a:srgbClr val="77787B"/>
                </a:solidFill>
                <a:latin typeface="+mn-lt"/>
                <a:ea typeface="+mn-ea"/>
                <a:cs typeface="+mn-cs"/>
              </a:defRPr>
            </a:lvl4pPr>
            <a:lvl5pPr marL="92075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7787B"/>
              </a:buClr>
              <a:buFont typeface=".Lucida Grande UI Regular"/>
              <a:buChar char="▫"/>
              <a:tabLst/>
              <a:defRPr sz="1400" kern="1200">
                <a:solidFill>
                  <a:srgbClr val="77787B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5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cs typeface="Calibri" panose="020F0502020204030204" pitchFamily="34" charset="0"/>
              </a:rPr>
              <a:t>Lorem ipsum dolor sit </a:t>
            </a:r>
            <a:r>
              <a:rPr lang="en-US" dirty="0" err="1">
                <a:cs typeface="Calibri" panose="020F0502020204030204" pitchFamily="34" charset="0"/>
              </a:rPr>
              <a:t>amet</a:t>
            </a:r>
            <a:r>
              <a:rPr lang="en-US" dirty="0">
                <a:cs typeface="Calibri" panose="020F0502020204030204" pitchFamily="34" charset="0"/>
              </a:rPr>
              <a:t>, </a:t>
            </a:r>
            <a:r>
              <a:rPr lang="en-US" dirty="0" err="1">
                <a:cs typeface="Calibri" panose="020F0502020204030204" pitchFamily="34" charset="0"/>
              </a:rPr>
              <a:t>consectetur</a:t>
            </a:r>
            <a:r>
              <a:rPr lang="en-US" dirty="0">
                <a:cs typeface="Calibri" panose="020F0502020204030204" pitchFamily="34" charset="0"/>
              </a:rPr>
              <a:t> </a:t>
            </a:r>
            <a:r>
              <a:rPr lang="en-US" dirty="0" err="1">
                <a:cs typeface="Calibri" panose="020F0502020204030204" pitchFamily="34" charset="0"/>
              </a:rPr>
              <a:t>adipiscing</a:t>
            </a:r>
            <a:r>
              <a:rPr lang="en-US" dirty="0">
                <a:cs typeface="Calibri" panose="020F0502020204030204" pitchFamily="34" charset="0"/>
              </a:rPr>
              <a:t> </a:t>
            </a:r>
            <a:r>
              <a:rPr lang="en-US" dirty="0" err="1">
                <a:cs typeface="Calibri" panose="020F0502020204030204" pitchFamily="34" charset="0"/>
              </a:rPr>
              <a:t>elit</a:t>
            </a:r>
            <a:r>
              <a:rPr lang="en-US" dirty="0">
                <a:cs typeface="Calibri" panose="020F0502020204030204" pitchFamily="34" charset="0"/>
              </a:rPr>
              <a:t>. Nunc </a:t>
            </a:r>
            <a:r>
              <a:rPr lang="en-US" dirty="0" err="1">
                <a:cs typeface="Calibri" panose="020F0502020204030204" pitchFamily="34" charset="0"/>
              </a:rPr>
              <a:t>feugiat</a:t>
            </a:r>
            <a:r>
              <a:rPr lang="en-US" dirty="0">
                <a:cs typeface="Calibri" panose="020F0502020204030204" pitchFamily="34" charset="0"/>
              </a:rPr>
              <a:t> tempus </a:t>
            </a:r>
            <a:r>
              <a:rPr lang="en-US" dirty="0" err="1">
                <a:cs typeface="Calibri" panose="020F0502020204030204" pitchFamily="34" charset="0"/>
              </a:rPr>
              <a:t>nisl</a:t>
            </a:r>
            <a:r>
              <a:rPr lang="en-US" dirty="0">
                <a:cs typeface="Calibri" panose="020F0502020204030204" pitchFamily="34" charset="0"/>
              </a:rPr>
              <a:t> vitae </a:t>
            </a:r>
            <a:r>
              <a:rPr lang="en-US" dirty="0" err="1">
                <a:cs typeface="Calibri" panose="020F0502020204030204" pitchFamily="34" charset="0"/>
              </a:rPr>
              <a:t>scelerisque</a:t>
            </a:r>
            <a:r>
              <a:rPr lang="en-US" dirty="0">
                <a:cs typeface="Calibri" panose="020F0502020204030204" pitchFamily="34" charset="0"/>
              </a:rPr>
              <a:t>. Mauris </a:t>
            </a:r>
            <a:r>
              <a:rPr lang="en-US" dirty="0" err="1">
                <a:cs typeface="Calibri" panose="020F0502020204030204" pitchFamily="34" charset="0"/>
              </a:rPr>
              <a:t>efficitur</a:t>
            </a:r>
            <a:r>
              <a:rPr lang="en-US" dirty="0">
                <a:cs typeface="Calibri" panose="020F0502020204030204" pitchFamily="34" charset="0"/>
              </a:rPr>
              <a:t> </a:t>
            </a:r>
            <a:r>
              <a:rPr lang="en-US" dirty="0" err="1">
                <a:cs typeface="Calibri" panose="020F0502020204030204" pitchFamily="34" charset="0"/>
              </a:rPr>
              <a:t>eleifend</a:t>
            </a:r>
            <a:r>
              <a:rPr lang="en-US" dirty="0">
                <a:cs typeface="Calibri" panose="020F0502020204030204" pitchFamily="34" charset="0"/>
              </a:rPr>
              <a:t> </a:t>
            </a:r>
            <a:r>
              <a:rPr lang="en-US" dirty="0" err="1">
                <a:cs typeface="Calibri" panose="020F0502020204030204" pitchFamily="34" charset="0"/>
              </a:rPr>
              <a:t>ultrices</a:t>
            </a:r>
            <a:r>
              <a:rPr lang="en-US" dirty="0">
                <a:cs typeface="Calibri" panose="020F0502020204030204" pitchFamily="34" charset="0"/>
              </a:rPr>
              <a:t>. </a:t>
            </a:r>
            <a:r>
              <a:rPr lang="en-US" dirty="0" err="1">
                <a:cs typeface="Calibri" panose="020F0502020204030204" pitchFamily="34" charset="0"/>
              </a:rPr>
              <a:t>Quisque</a:t>
            </a:r>
            <a:r>
              <a:rPr lang="en-US" dirty="0">
                <a:cs typeface="Calibri" panose="020F0502020204030204" pitchFamily="34" charset="0"/>
              </a:rPr>
              <a:t> dictum vel </a:t>
            </a:r>
            <a:r>
              <a:rPr lang="en-US" dirty="0" err="1">
                <a:cs typeface="Calibri" panose="020F0502020204030204" pitchFamily="34" charset="0"/>
              </a:rPr>
              <a:t>lectus</a:t>
            </a:r>
            <a:r>
              <a:rPr lang="en-US" dirty="0">
                <a:cs typeface="Calibri" panose="020F0502020204030204" pitchFamily="34" charset="0"/>
              </a:rPr>
              <a:t> vitae </a:t>
            </a:r>
            <a:r>
              <a:rPr lang="en-US" dirty="0" err="1">
                <a:cs typeface="Calibri" panose="020F0502020204030204" pitchFamily="34" charset="0"/>
              </a:rPr>
              <a:t>venenatis</a:t>
            </a:r>
            <a:r>
              <a:rPr lang="en-US" dirty="0">
                <a:cs typeface="Calibri" panose="020F0502020204030204" pitchFamily="34" charset="0"/>
              </a:rPr>
              <a:t>. </a:t>
            </a:r>
            <a:r>
              <a:rPr lang="en-US" dirty="0" err="1">
                <a:cs typeface="Calibri" panose="020F0502020204030204" pitchFamily="34" charset="0"/>
              </a:rPr>
              <a:t>Curabitur</a:t>
            </a:r>
            <a:r>
              <a:rPr lang="en-US" dirty="0">
                <a:cs typeface="Calibri" panose="020F0502020204030204" pitchFamily="34" charset="0"/>
              </a:rPr>
              <a:t> </a:t>
            </a:r>
            <a:r>
              <a:rPr lang="en-US" dirty="0" err="1">
                <a:cs typeface="Calibri" panose="020F0502020204030204" pitchFamily="34" charset="0"/>
              </a:rPr>
              <a:t>rhoncus</a:t>
            </a:r>
            <a:r>
              <a:rPr lang="en-US" dirty="0">
                <a:cs typeface="Calibri" panose="020F0502020204030204" pitchFamily="34" charset="0"/>
              </a:rPr>
              <a:t> </a:t>
            </a:r>
            <a:r>
              <a:rPr lang="en-US" dirty="0" err="1">
                <a:cs typeface="Calibri" panose="020F0502020204030204" pitchFamily="34" charset="0"/>
              </a:rPr>
              <a:t>elementum</a:t>
            </a:r>
            <a:r>
              <a:rPr lang="en-US" dirty="0">
                <a:cs typeface="Calibri" panose="020F0502020204030204" pitchFamily="34" charset="0"/>
              </a:rPr>
              <a:t> </a:t>
            </a:r>
            <a:r>
              <a:rPr lang="en-US" dirty="0" err="1">
                <a:cs typeface="Calibri" panose="020F0502020204030204" pitchFamily="34" charset="0"/>
              </a:rPr>
              <a:t>massa</a:t>
            </a:r>
            <a:r>
              <a:rPr lang="en-US" dirty="0">
                <a:cs typeface="Calibri" panose="020F0502020204030204" pitchFamily="34" charset="0"/>
              </a:rPr>
              <a:t>, sit </a:t>
            </a:r>
            <a:r>
              <a:rPr lang="en-US" dirty="0" err="1">
                <a:cs typeface="Calibri" panose="020F0502020204030204" pitchFamily="34" charset="0"/>
              </a:rPr>
              <a:t>amet</a:t>
            </a:r>
            <a:r>
              <a:rPr lang="en-US" dirty="0">
                <a:cs typeface="Calibri" panose="020F0502020204030204" pitchFamily="34" charset="0"/>
              </a:rPr>
              <a:t> </a:t>
            </a:r>
            <a:r>
              <a:rPr lang="en-US" dirty="0" err="1">
                <a:cs typeface="Calibri" panose="020F0502020204030204" pitchFamily="34" charset="0"/>
              </a:rPr>
              <a:t>condimentum</a:t>
            </a:r>
            <a:r>
              <a:rPr lang="en-US" dirty="0">
                <a:cs typeface="Calibri" panose="020F0502020204030204" pitchFamily="34" charset="0"/>
              </a:rPr>
              <a:t> </a:t>
            </a:r>
            <a:r>
              <a:rPr lang="en-US" dirty="0" err="1">
                <a:cs typeface="Calibri" panose="020F0502020204030204" pitchFamily="34" charset="0"/>
              </a:rPr>
              <a:t>augue</a:t>
            </a:r>
            <a:r>
              <a:rPr lang="en-US" dirty="0">
                <a:cs typeface="Calibri" panose="020F0502020204030204" pitchFamily="34" charset="0"/>
              </a:rPr>
              <a:t>.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36F26"/>
              </a:buClr>
              <a:buFont typeface="Wingdings" pitchFamily="2" charset="2"/>
              <a:buChar char="§"/>
            </a:pP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Lorem ipsum dolor sit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amet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consectetur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adipiscing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elit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. Mauris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ullamcorper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 sit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amet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 nisi non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consectetur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. </a:t>
            </a:r>
          </a:p>
          <a:p>
            <a: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36F26"/>
              </a:buClr>
              <a:buFont typeface="Wingdings" pitchFamily="2" charset="2"/>
              <a:buChar char="§"/>
            </a:pP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Lorem ipsum dolor sit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amet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consectetur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adipiscing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elit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. Mauris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ullamcorper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 sit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amet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 nisi non </a:t>
            </a:r>
            <a:r>
              <a:rPr lang="en-US" sz="1600" dirty="0" err="1">
                <a:solidFill>
                  <a:srgbClr val="77787B"/>
                </a:solidFill>
                <a:cs typeface="Calibri" panose="020F0502020204030204" pitchFamily="34" charset="0"/>
              </a:rPr>
              <a:t>consectetur</a:t>
            </a:r>
            <a:r>
              <a:rPr lang="en-US" sz="1600" dirty="0">
                <a:solidFill>
                  <a:srgbClr val="77787B"/>
                </a:solidFill>
                <a:cs typeface="Calibri" panose="020F0502020204030204" pitchFamily="34" charset="0"/>
              </a:rPr>
              <a:t>. </a:t>
            </a:r>
          </a:p>
          <a:p>
            <a:pPr marL="393700" lvl="1" indent="-1651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.Lucida Grande UI Regular"/>
              <a:buChar char="▫"/>
            </a:pPr>
            <a:r>
              <a:rPr lang="en-US" sz="1400" dirty="0">
                <a:cs typeface="Calibri" panose="020F0502020204030204" pitchFamily="34" charset="0"/>
              </a:rPr>
              <a:t>Lorem ipsum dolor sit </a:t>
            </a:r>
            <a:r>
              <a:rPr lang="en-US" sz="1400" dirty="0" err="1">
                <a:cs typeface="Calibri" panose="020F0502020204030204" pitchFamily="34" charset="0"/>
              </a:rPr>
              <a:t>amet</a:t>
            </a:r>
            <a:r>
              <a:rPr lang="en-US" sz="1400" dirty="0">
                <a:cs typeface="Calibri" panose="020F0502020204030204" pitchFamily="34" charset="0"/>
              </a:rPr>
              <a:t>, </a:t>
            </a:r>
            <a:r>
              <a:rPr lang="en-US" sz="1400" dirty="0" err="1">
                <a:cs typeface="Calibri" panose="020F0502020204030204" pitchFamily="34" charset="0"/>
              </a:rPr>
              <a:t>consectetur</a:t>
            </a:r>
            <a:r>
              <a:rPr lang="en-US" sz="1400" dirty="0">
                <a:cs typeface="Calibri" panose="020F0502020204030204" pitchFamily="34" charset="0"/>
              </a:rPr>
              <a:t> </a:t>
            </a:r>
            <a:r>
              <a:rPr lang="en-US" sz="1400" dirty="0" err="1">
                <a:cs typeface="Calibri" panose="020F0502020204030204" pitchFamily="34" charset="0"/>
              </a:rPr>
              <a:t>adipiscing</a:t>
            </a:r>
            <a:r>
              <a:rPr lang="en-US" sz="1400" dirty="0">
                <a:cs typeface="Calibri" panose="020F0502020204030204" pitchFamily="34" charset="0"/>
              </a:rPr>
              <a:t> </a:t>
            </a:r>
            <a:r>
              <a:rPr lang="en-US" sz="1400" dirty="0" err="1">
                <a:cs typeface="Calibri" panose="020F0502020204030204" pitchFamily="34" charset="0"/>
              </a:rPr>
              <a:t>elit</a:t>
            </a:r>
            <a:r>
              <a:rPr lang="en-US" sz="1400" dirty="0">
                <a:cs typeface="Calibri" panose="020F0502020204030204" pitchFamily="34" charset="0"/>
              </a:rPr>
              <a:t>. Mauris </a:t>
            </a:r>
            <a:r>
              <a:rPr lang="en-US" sz="1400" dirty="0" err="1">
                <a:cs typeface="Calibri" panose="020F0502020204030204" pitchFamily="34" charset="0"/>
              </a:rPr>
              <a:t>ullamcorper</a:t>
            </a:r>
            <a:r>
              <a:rPr lang="en-US" sz="1400" dirty="0">
                <a:cs typeface="Calibri" panose="020F0502020204030204" pitchFamily="34" charset="0"/>
              </a:rPr>
              <a:t> sit </a:t>
            </a:r>
            <a:r>
              <a:rPr lang="en-US" sz="1400" dirty="0" err="1">
                <a:cs typeface="Calibri" panose="020F0502020204030204" pitchFamily="34" charset="0"/>
              </a:rPr>
              <a:t>amet</a:t>
            </a:r>
            <a:r>
              <a:rPr lang="en-US" sz="1400" dirty="0">
                <a:cs typeface="Calibri" panose="020F0502020204030204" pitchFamily="34" charset="0"/>
              </a:rPr>
              <a:t> nisi non </a:t>
            </a:r>
            <a:r>
              <a:rPr lang="en-US" sz="1400" dirty="0" err="1">
                <a:cs typeface="Calibri" panose="020F0502020204030204" pitchFamily="34" charset="0"/>
              </a:rPr>
              <a:t>consectetur</a:t>
            </a:r>
            <a:r>
              <a:rPr lang="en-US" sz="1400" dirty="0">
                <a:cs typeface="Calibri" panose="020F0502020204030204" pitchFamily="34" charset="0"/>
              </a:rPr>
              <a:t>. </a:t>
            </a:r>
          </a:p>
          <a:p>
            <a:pPr marL="228600" lv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</a:pP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cs typeface="Calibri" panose="020F0502020204030204" pitchFamily="34" charset="0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08815A6-01B3-0548-A76C-D2101730073A}"/>
              </a:ext>
            </a:extLst>
          </p:cNvPr>
          <p:cNvSpPr txBox="1">
            <a:spLocks/>
          </p:cNvSpPr>
          <p:nvPr/>
        </p:nvSpPr>
        <p:spPr>
          <a:xfrm>
            <a:off x="324739" y="717388"/>
            <a:ext cx="11542522" cy="37712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F77A33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36F26"/>
              </a:buClr>
              <a:buFont typeface="Wingdings" pitchFamily="2" charset="2"/>
              <a:buNone/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60375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7787B"/>
              </a:buClr>
              <a:buFont typeface=".Lucida Grande UI Regular"/>
              <a:buChar char="▫"/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696913" indent="-2365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7787B"/>
              </a:buClr>
              <a:buFont typeface=".Lucida Grande UI Regular"/>
              <a:buChar char="▫"/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92075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7787B"/>
              </a:buClr>
              <a:buFont typeface=".Lucida Grande UI Regular"/>
              <a:buChar char="▫"/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C8F4BFB-641B-0449-A465-C68A5F0E3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39" y="339472"/>
            <a:ext cx="11542522" cy="359457"/>
          </a:xfrm>
        </p:spPr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</p:spTree>
    <p:extLst>
      <p:ext uri="{BB962C8B-B14F-4D97-AF65-F5344CB8AC3E}">
        <p14:creationId xmlns:p14="http://schemas.microsoft.com/office/powerpoint/2010/main" val="3688351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A picture containing text, sky, outdoor, cloudy&#10;&#10;Description automatically generated">
            <a:extLst>
              <a:ext uri="{FF2B5EF4-FFF2-40B4-BE49-F238E27FC236}">
                <a16:creationId xmlns:a16="http://schemas.microsoft.com/office/drawing/2014/main" id="{DC8B4366-9853-48C7-A6AC-BD8A9D352B1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4518" r="4518"/>
          <a:stretch>
            <a:fillRect/>
          </a:stretch>
        </p:blipFill>
        <p:spPr/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0D142A-368D-467F-B2EE-D5033C3D5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6932" y="3111335"/>
            <a:ext cx="3090541" cy="1231144"/>
          </a:xfrm>
        </p:spPr>
        <p:txBody>
          <a:bodyPr lIns="0"/>
          <a:lstStyle/>
          <a:p>
            <a:pPr marL="0" indent="0">
              <a:spcBef>
                <a:spcPts val="0"/>
              </a:spcBef>
              <a:buNone/>
            </a:pPr>
            <a:r>
              <a:rPr lang="en-US" dirty="0">
                <a:cs typeface="Calibri" panose="020F0502020204030204" pitchFamily="34" charset="0"/>
              </a:rPr>
              <a:t>Click to add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7DDEF4-42B6-4945-AF87-5CF6925AEC4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630924" y="3111335"/>
            <a:ext cx="3090543" cy="1231144"/>
          </a:xfrm>
        </p:spPr>
        <p:txBody>
          <a:bodyPr lIns="0"/>
          <a:lstStyle/>
          <a:p>
            <a:endParaRPr lang="en-US" dirty="0"/>
          </a:p>
          <a:p>
            <a:r>
              <a:rPr lang="en-US" dirty="0"/>
              <a:t>Click to add text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5FE81E-6D20-42E8-9511-1492B64D387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471272" y="3111335"/>
            <a:ext cx="3075791" cy="1231144"/>
          </a:xfrm>
        </p:spPr>
        <p:txBody>
          <a:bodyPr lIns="0"/>
          <a:lstStyle/>
          <a:p>
            <a:endParaRPr lang="en-US" dirty="0"/>
          </a:p>
          <a:p>
            <a:r>
              <a:rPr lang="en-US" dirty="0"/>
              <a:t>Click to add text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6B65D-97BE-4C17-85F0-F427563C1F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 lIns="0"/>
          <a:lstStyle/>
          <a:p>
            <a:endParaRPr lang="en-US" dirty="0"/>
          </a:p>
          <a:p>
            <a:r>
              <a:rPr lang="en-US" dirty="0"/>
              <a:t>Click to add text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CBC0410-4D2C-4A98-A461-DE3E81992BE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 lIns="0"/>
          <a:lstStyle/>
          <a:p>
            <a:endParaRPr lang="en-US" dirty="0"/>
          </a:p>
          <a:p>
            <a:r>
              <a:rPr lang="en-US" dirty="0"/>
              <a:t>Click to add text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68D5218-1B7C-4F20-9D0C-C6984833D1B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 lIns="0"/>
          <a:lstStyle/>
          <a:p>
            <a:endParaRPr lang="en-US" dirty="0"/>
          </a:p>
          <a:p>
            <a:r>
              <a:rPr lang="en-US" dirty="0"/>
              <a:t>Click to add text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CFEA5A-4858-4064-AA63-C6689ED46491}"/>
              </a:ext>
            </a:extLst>
          </p:cNvPr>
          <p:cNvSpPr/>
          <p:nvPr/>
        </p:nvSpPr>
        <p:spPr>
          <a:xfrm>
            <a:off x="1" y="-16430"/>
            <a:ext cx="12198625" cy="2815639"/>
          </a:xfrm>
          <a:prstGeom prst="rect">
            <a:avLst/>
          </a:prstGeom>
          <a:solidFill>
            <a:schemeClr val="tx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ECB3DF5-BEF5-4F69-948D-89487B83C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192" y="626214"/>
            <a:ext cx="10615617" cy="524819"/>
          </a:xfrm>
        </p:spPr>
        <p:txBody>
          <a:bodyPr>
            <a:noAutofit/>
          </a:bodyPr>
          <a:lstStyle/>
          <a:p>
            <a:r>
              <a:rPr lang="en-IN" dirty="0"/>
              <a:t>THIS IS YOUR TITLE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186A47D-4B6D-46DE-BBB6-205FD9B50BB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9619" y="1519705"/>
            <a:ext cx="10632762" cy="395107"/>
          </a:xfrm>
        </p:spPr>
        <p:txBody>
          <a:bodyPr>
            <a:normAutofit/>
          </a:bodyPr>
          <a:lstStyle/>
          <a:p>
            <a:r>
              <a:rPr lang="en-US" dirty="0">
                <a:cs typeface="Calibri" panose="020F0502020204030204" pitchFamily="34" charset="0"/>
              </a:rPr>
              <a:t>This Is Your Optional Subtitle – Keep to One Line Maximum if Used</a:t>
            </a: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26045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Company name&#10;&#10;Description automatically generated with medium confidence">
            <a:extLst>
              <a:ext uri="{FF2B5EF4-FFF2-40B4-BE49-F238E27FC236}">
                <a16:creationId xmlns:a16="http://schemas.microsoft.com/office/drawing/2014/main" id="{19C22EDF-CDA7-4745-A223-6D211156EB3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473" y="1460217"/>
            <a:ext cx="2630659" cy="1067215"/>
          </a:xfrm>
        </p:spPr>
      </p:pic>
      <p:pic>
        <p:nvPicPr>
          <p:cNvPr id="15" name="Picture Placeholder 14" descr="Logo&#10;&#10;Description automatically generated">
            <a:extLst>
              <a:ext uri="{FF2B5EF4-FFF2-40B4-BE49-F238E27FC236}">
                <a16:creationId xmlns:a16="http://schemas.microsoft.com/office/drawing/2014/main" id="{4D1A86B3-4592-FE4A-AADC-178279CCD11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473" y="3069007"/>
            <a:ext cx="2630659" cy="1067215"/>
          </a:xfrm>
        </p:spPr>
      </p:pic>
      <p:pic>
        <p:nvPicPr>
          <p:cNvPr id="17" name="Picture Placeholder 16" descr="Icon&#10;&#10;Description automatically generated">
            <a:extLst>
              <a:ext uri="{FF2B5EF4-FFF2-40B4-BE49-F238E27FC236}">
                <a16:creationId xmlns:a16="http://schemas.microsoft.com/office/drawing/2014/main" id="{0864ADF6-A5E5-2A4B-9637-E4E00964476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473" y="4666045"/>
            <a:ext cx="2630659" cy="1067215"/>
          </a:xfrm>
        </p:spPr>
      </p:pic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57FB1196-10CD-FE4A-867C-31F1D80CB6DE}"/>
              </a:ext>
            </a:extLst>
          </p:cNvPr>
          <p:cNvSpPr txBox="1">
            <a:spLocks/>
          </p:cNvSpPr>
          <p:nvPr/>
        </p:nvSpPr>
        <p:spPr>
          <a:xfrm>
            <a:off x="3312022" y="1530281"/>
            <a:ext cx="8467858" cy="927083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ctr">
            <a:normAutofit/>
          </a:bodyPr>
          <a:lstStyle>
            <a:lvl1pPr marL="0" indent="0"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>
                <a:latin typeface="+mj-lt"/>
                <a:cs typeface="Calibri" panose="020F0502020204030204" pitchFamily="34" charset="0"/>
              </a:defRPr>
            </a:lvl3pPr>
            <a:lvl4pPr marL="460339" indent="0">
              <a:buNone/>
              <a:defRPr sz="1200">
                <a:latin typeface="+mj-lt"/>
                <a:cs typeface="Calibri" panose="020F0502020204030204" pitchFamily="34" charset="0"/>
              </a:defRPr>
            </a:lvl4pPr>
            <a:lvl5pPr marL="696860" indent="0">
              <a:buNone/>
              <a:defRPr sz="1200">
                <a:latin typeface="+mj-lt"/>
                <a:cs typeface="Calibri" panose="020F0502020204030204" pitchFamily="34" charset="0"/>
              </a:defRPr>
            </a:lvl5pPr>
            <a:lvl6pPr>
              <a:defRPr>
                <a:latin typeface="+mj-lt"/>
                <a:cs typeface="Calibri" panose="020F0502020204030204" pitchFamily="34" charset="0"/>
              </a:defRPr>
            </a:lvl6pPr>
            <a:lvl7pPr>
              <a:defRPr>
                <a:latin typeface="+mj-lt"/>
                <a:cs typeface="Calibri" panose="020F0502020204030204" pitchFamily="34" charset="0"/>
              </a:defRPr>
            </a:lvl7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01. Another Quote</a:t>
            </a:r>
          </a:p>
          <a:p>
            <a:pPr marL="127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Lorem ipsum dolor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consectetur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adipiscing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elit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Nunc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feugiat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tempus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nisl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vitae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scelerisque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Mauris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efficitur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eleifend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ultrices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Quisque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dictum vel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lectus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vitae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venenatis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Curabitur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rhoncus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elementum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massa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,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condimentum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augue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</a:t>
            </a: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srgbClr val="595959">
                  <a:lumMod val="60000"/>
                  <a:lumOff val="40000"/>
                </a:srgbClr>
              </a:solidFill>
              <a:effectLst/>
              <a:uLnTx/>
              <a:uFillTx/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18F1059A-A8FD-E44E-999A-043495AE460F}"/>
              </a:ext>
            </a:extLst>
          </p:cNvPr>
          <p:cNvSpPr txBox="1">
            <a:spLocks/>
          </p:cNvSpPr>
          <p:nvPr/>
        </p:nvSpPr>
        <p:spPr>
          <a:xfrm>
            <a:off x="3312022" y="3149825"/>
            <a:ext cx="8467858" cy="927083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0" tIns="91440" rIns="91440" bIns="91440" anchor="ctr">
            <a:normAutofit/>
          </a:bodyPr>
          <a:lstStyle>
            <a:lvl1pPr marL="0" indent="0"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>
                <a:latin typeface="+mj-lt"/>
                <a:cs typeface="Calibri" panose="020F0502020204030204" pitchFamily="34" charset="0"/>
              </a:defRPr>
            </a:lvl3pPr>
            <a:lvl4pPr marL="460339" indent="0">
              <a:buNone/>
              <a:defRPr sz="1200">
                <a:latin typeface="+mj-lt"/>
                <a:cs typeface="Calibri" panose="020F0502020204030204" pitchFamily="34" charset="0"/>
              </a:defRPr>
            </a:lvl4pPr>
            <a:lvl5pPr marL="696860" indent="0">
              <a:buNone/>
              <a:defRPr sz="1200">
                <a:latin typeface="+mj-lt"/>
                <a:cs typeface="Calibri" panose="020F0502020204030204" pitchFamily="34" charset="0"/>
              </a:defRPr>
            </a:lvl5pPr>
            <a:lvl6pPr>
              <a:defRPr>
                <a:latin typeface="+mj-lt"/>
                <a:cs typeface="Calibri" panose="020F0502020204030204" pitchFamily="34" charset="0"/>
              </a:defRPr>
            </a:lvl6pPr>
            <a:lvl7pPr>
              <a:defRPr>
                <a:latin typeface="+mj-lt"/>
                <a:cs typeface="Calibri" panose="020F0502020204030204" pitchFamily="34" charset="0"/>
              </a:defRPr>
            </a:lvl7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01. Another Quote</a:t>
            </a:r>
          </a:p>
          <a:p>
            <a:pPr marL="127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Lorem ipsum dolor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consectetur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adipiscing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elit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Nunc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feugiat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tempus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nisl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vitae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scelerisque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Mauris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efficitur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eleifend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ultrices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Quisque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dictum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vel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lectus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vitae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venenatis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Curabitur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rhoncus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elementum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massa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,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condimentum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augue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</a:t>
            </a: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srgbClr val="595959">
                  <a:lumMod val="60000"/>
                  <a:lumOff val="40000"/>
                </a:srgbClr>
              </a:solidFill>
              <a:effectLst/>
              <a:uLnTx/>
              <a:uFillTx/>
              <a:latin typeface="+mn-lt"/>
              <a:cs typeface="Calibri" panose="020F0502020204030204" pitchFamily="34" charset="0"/>
            </a:endParaRP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92E9178-5171-E84E-80FB-754EE34E4733}"/>
              </a:ext>
            </a:extLst>
          </p:cNvPr>
          <p:cNvSpPr txBox="1">
            <a:spLocks/>
          </p:cNvSpPr>
          <p:nvPr/>
        </p:nvSpPr>
        <p:spPr>
          <a:xfrm>
            <a:off x="3312022" y="4752925"/>
            <a:ext cx="8467857" cy="927083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ctr">
            <a:normAutofit/>
          </a:bodyPr>
          <a:lstStyle>
            <a:lvl1pPr marL="0" indent="0"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None/>
              <a:defRPr sz="1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2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>
                <a:latin typeface="+mj-lt"/>
                <a:cs typeface="Calibri" panose="020F0502020204030204" pitchFamily="34" charset="0"/>
              </a:defRPr>
            </a:lvl3pPr>
            <a:lvl4pPr marL="460339" indent="0">
              <a:buNone/>
              <a:defRPr sz="1200">
                <a:latin typeface="+mj-lt"/>
                <a:cs typeface="Calibri" panose="020F0502020204030204" pitchFamily="34" charset="0"/>
              </a:defRPr>
            </a:lvl4pPr>
            <a:lvl5pPr marL="696860" indent="0">
              <a:buNone/>
              <a:defRPr sz="1200">
                <a:latin typeface="+mj-lt"/>
                <a:cs typeface="Calibri" panose="020F0502020204030204" pitchFamily="34" charset="0"/>
              </a:defRPr>
            </a:lvl5pPr>
            <a:lvl6pPr>
              <a:defRPr>
                <a:latin typeface="+mj-lt"/>
                <a:cs typeface="Calibri" panose="020F0502020204030204" pitchFamily="34" charset="0"/>
              </a:defRPr>
            </a:lvl6pPr>
            <a:lvl7pPr>
              <a:defRPr>
                <a:latin typeface="+mj-lt"/>
                <a:cs typeface="Calibri" panose="020F0502020204030204" pitchFamily="34" charset="0"/>
              </a:defRPr>
            </a:lvl7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01. Another Quote</a:t>
            </a:r>
          </a:p>
          <a:p>
            <a:pPr marL="127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Lorem ipsum dolor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,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consectetur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adipiscing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elit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Nunc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feugiat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tempus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nisl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vitae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scelerisque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Mauris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efficitur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eleifend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ultrices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Quisque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dictum vel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lectus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vitae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venenatis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Curabitur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rhoncus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elementum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massa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, sit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amet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condimentum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 dirty="0" err="1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augue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595959">
                    <a:lumMod val="60000"/>
                    <a:lumOff val="40000"/>
                  </a:srgbClr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.</a:t>
            </a:r>
            <a:endParaRPr kumimoji="0" lang="en-US" sz="700" b="0" i="0" u="none" strike="noStrike" kern="0" cap="none" spc="0" normalizeH="0" baseline="0" noProof="0" dirty="0">
              <a:ln>
                <a:noFill/>
              </a:ln>
              <a:solidFill>
                <a:srgbClr val="595959">
                  <a:lumMod val="60000"/>
                  <a:lumOff val="40000"/>
                </a:srgbClr>
              </a:solidFill>
              <a:effectLst/>
              <a:uLnTx/>
              <a:uFillTx/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90166C-AE6D-7D4D-874B-0671D7EFE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F6BAEC-8458-3140-9AA9-D3425E8A15A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This Is Your Optional Subtitle – Keep to One Line Maximum if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749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1E3FBDBD-55D6-4373-83C1-3ABE0186055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0318" r="10318"/>
          <a:stretch>
            <a:fillRect/>
          </a:stretch>
        </p:blipFill>
        <p:spPr>
          <a:xfrm>
            <a:off x="6272215" y="1193682"/>
            <a:ext cx="5229224" cy="4392735"/>
          </a:xfrm>
          <a:ln>
            <a:solidFill>
              <a:schemeClr val="bg1"/>
            </a:solidFill>
          </a:ln>
          <a:effectLst/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A5A5EF49-7DFF-604B-92BB-3439CC8A54ED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364855" y="1500473"/>
            <a:ext cx="5629655" cy="45785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AF6A9-2364-1642-9C79-B92E659F71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7876" y="715659"/>
            <a:ext cx="6544009" cy="355628"/>
          </a:xfrm>
        </p:spPr>
        <p:txBody>
          <a:bodyPr/>
          <a:lstStyle/>
          <a:p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0A6AD2C-4AD5-2041-84F6-BB870E4E1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39" y="339472"/>
            <a:ext cx="6547146" cy="359457"/>
          </a:xfrm>
        </p:spPr>
        <p:txBody>
          <a:bodyPr/>
          <a:lstStyle/>
          <a:p>
            <a:r>
              <a:rPr lang="en-US" dirty="0"/>
              <a:t>THIS IS YOUR TITLE </a:t>
            </a:r>
          </a:p>
        </p:txBody>
      </p:sp>
    </p:spTree>
    <p:extLst>
      <p:ext uri="{BB962C8B-B14F-4D97-AF65-F5344CB8AC3E}">
        <p14:creationId xmlns:p14="http://schemas.microsoft.com/office/powerpoint/2010/main" val="449718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Women working in a server room&#10;&#10;Description automatically generated with low confidence">
            <a:extLst>
              <a:ext uri="{FF2B5EF4-FFF2-40B4-BE49-F238E27FC236}">
                <a16:creationId xmlns:a16="http://schemas.microsoft.com/office/drawing/2014/main" id="{D2415237-4827-394D-A510-52F76CC7156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3" name="Picture Placeholder 12" descr="A picture containing person, yellow&#10;&#10;Description automatically generated">
            <a:extLst>
              <a:ext uri="{FF2B5EF4-FFF2-40B4-BE49-F238E27FC236}">
                <a16:creationId xmlns:a16="http://schemas.microsoft.com/office/drawing/2014/main" id="{FDECD275-29D0-5045-8C08-F6BB7D1A74D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5" name="Picture Placeholder 14" descr="A person holding a cell phone&#10;&#10;Description automatically generated with low confidence">
            <a:extLst>
              <a:ext uri="{FF2B5EF4-FFF2-40B4-BE49-F238E27FC236}">
                <a16:creationId xmlns:a16="http://schemas.microsoft.com/office/drawing/2014/main" id="{DFA8BDB1-4D0F-7C49-9AF3-88C79D809C5B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23CD5428-B448-1543-A112-49306854B587}"/>
              </a:ext>
            </a:extLst>
          </p:cNvPr>
          <p:cNvSpPr txBox="1">
            <a:spLocks/>
          </p:cNvSpPr>
          <p:nvPr/>
        </p:nvSpPr>
        <p:spPr>
          <a:xfrm>
            <a:off x="618439" y="3911555"/>
            <a:ext cx="3181080" cy="1636072"/>
          </a:xfrm>
          <a:prstGeom prst="rect">
            <a:avLst/>
          </a:prstGeom>
          <a:noFill/>
          <a:ln w="0">
            <a:noFill/>
          </a:ln>
        </p:spPr>
        <p:txBody>
          <a:bodyPr lIns="0" tIns="91440" rIns="91440" bIns="91440" anchor="ctr">
            <a:normAutofit/>
          </a:bodyPr>
          <a:lstStyle>
            <a:lvl1pPr marL="0" indent="0"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None/>
              <a:defRPr sz="20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>
                <a:latin typeface="+mj-lt"/>
                <a:cs typeface="Calibri" panose="020F0502020204030204" pitchFamily="34" charset="0"/>
              </a:defRPr>
            </a:lvl3pPr>
            <a:lvl4pPr marL="460339" indent="0">
              <a:buNone/>
              <a:defRPr sz="1200">
                <a:latin typeface="+mj-lt"/>
                <a:cs typeface="Calibri" panose="020F0502020204030204" pitchFamily="34" charset="0"/>
              </a:defRPr>
            </a:lvl4pPr>
            <a:lvl5pPr marL="696860" indent="0">
              <a:buNone/>
              <a:defRPr sz="1200">
                <a:latin typeface="+mj-lt"/>
                <a:cs typeface="Calibri" panose="020F0502020204030204" pitchFamily="34" charset="0"/>
              </a:defRPr>
            </a:lvl5pPr>
            <a:lvl6pPr>
              <a:defRPr>
                <a:latin typeface="+mj-lt"/>
                <a:cs typeface="Calibri" panose="020F0502020204030204" pitchFamily="34" charset="0"/>
              </a:defRPr>
            </a:lvl6pPr>
            <a:lvl7pPr>
              <a:defRPr>
                <a:latin typeface="+mj-lt"/>
                <a:cs typeface="Calibri" panose="020F0502020204030204" pitchFamily="34" charset="0"/>
              </a:defRPr>
            </a:lvl7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01. Another topic</a:t>
            </a:r>
          </a:p>
          <a:p>
            <a:pPr marL="127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Lorem ipsum dolor sit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amet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,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consectetur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adipiscing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elit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. Nunc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feugiat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 tempus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nisl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 vitae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scelerisque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. Mauris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efficitur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eleifend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ultrices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67C2075C-643F-6647-97C1-593FA8E3B18D}"/>
              </a:ext>
            </a:extLst>
          </p:cNvPr>
          <p:cNvSpPr txBox="1">
            <a:spLocks/>
          </p:cNvSpPr>
          <p:nvPr/>
        </p:nvSpPr>
        <p:spPr>
          <a:xfrm>
            <a:off x="4508472" y="3911555"/>
            <a:ext cx="3181080" cy="163607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marL="0" indent="0"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None/>
              <a:defRPr sz="20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>
                <a:latin typeface="+mj-lt"/>
                <a:cs typeface="Calibri" panose="020F0502020204030204" pitchFamily="34" charset="0"/>
              </a:defRPr>
            </a:lvl3pPr>
            <a:lvl4pPr marL="460339" indent="0">
              <a:buNone/>
              <a:defRPr sz="1200">
                <a:latin typeface="+mj-lt"/>
                <a:cs typeface="Calibri" panose="020F0502020204030204" pitchFamily="34" charset="0"/>
              </a:defRPr>
            </a:lvl4pPr>
            <a:lvl5pPr marL="696860" indent="0">
              <a:buNone/>
              <a:defRPr sz="1200">
                <a:latin typeface="+mj-lt"/>
                <a:cs typeface="Calibri" panose="020F0502020204030204" pitchFamily="34" charset="0"/>
              </a:defRPr>
            </a:lvl5pPr>
            <a:lvl6pPr>
              <a:defRPr>
                <a:latin typeface="+mj-lt"/>
                <a:cs typeface="Calibri" panose="020F0502020204030204" pitchFamily="34" charset="0"/>
              </a:defRPr>
            </a:lvl6pPr>
            <a:lvl7pPr>
              <a:defRPr>
                <a:latin typeface="+mj-lt"/>
                <a:cs typeface="Calibri" panose="020F0502020204030204" pitchFamily="34" charset="0"/>
              </a:defRPr>
            </a:lvl7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02. Another topic</a:t>
            </a:r>
          </a:p>
          <a:p>
            <a:pPr marL="127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Lorem ipsum dolor sit amet, consectetur adipiscing elit. Nunc feugiat tempus nisl vitae scelerisque. Mauris efficitur eleifend ultrices.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EEEEEE">
                  <a:lumMod val="50000"/>
                </a:srgbClr>
              </a:solidFill>
              <a:effectLst/>
              <a:uLnTx/>
              <a:uFillTx/>
              <a:latin typeface="+mj-lt"/>
              <a:cs typeface="Calibri" panose="020F0502020204030204" pitchFamily="34" charset="0"/>
            </a:endParaRP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501EFE0-8166-654C-837B-5D1C4356C7BD}"/>
              </a:ext>
            </a:extLst>
          </p:cNvPr>
          <p:cNvSpPr txBox="1">
            <a:spLocks/>
          </p:cNvSpPr>
          <p:nvPr/>
        </p:nvSpPr>
        <p:spPr>
          <a:xfrm>
            <a:off x="8407731" y="3911555"/>
            <a:ext cx="3181080" cy="163607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marL="0" indent="0">
              <a:spcBef>
                <a:spcPts val="0"/>
              </a:spcBef>
              <a:buClr>
                <a:srgbClr val="000000"/>
              </a:buClr>
              <a:buSzPct val="45000"/>
              <a:buFont typeface="Wingdings" charset="2"/>
              <a:buNone/>
              <a:defRPr sz="20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700" indent="0">
              <a:buNone/>
              <a:defRPr sz="14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236519" indent="0">
              <a:buNone/>
              <a:defRPr sz="1200">
                <a:latin typeface="+mj-lt"/>
                <a:cs typeface="Calibri" panose="020F0502020204030204" pitchFamily="34" charset="0"/>
              </a:defRPr>
            </a:lvl3pPr>
            <a:lvl4pPr marL="460339" indent="0">
              <a:buNone/>
              <a:defRPr sz="1200">
                <a:latin typeface="+mj-lt"/>
                <a:cs typeface="Calibri" panose="020F0502020204030204" pitchFamily="34" charset="0"/>
              </a:defRPr>
            </a:lvl4pPr>
            <a:lvl5pPr marL="696860" indent="0">
              <a:buNone/>
              <a:defRPr sz="1200">
                <a:latin typeface="+mj-lt"/>
                <a:cs typeface="Calibri" panose="020F0502020204030204" pitchFamily="34" charset="0"/>
              </a:defRPr>
            </a:lvl5pPr>
            <a:lvl6pPr>
              <a:defRPr>
                <a:latin typeface="+mj-lt"/>
                <a:cs typeface="Calibri" panose="020F0502020204030204" pitchFamily="34" charset="0"/>
              </a:defRPr>
            </a:lvl6pPr>
            <a:lvl7pPr>
              <a:defRPr>
                <a:latin typeface="+mj-lt"/>
                <a:cs typeface="Calibri" panose="020F0502020204030204" pitchFamily="34" charset="0"/>
              </a:defRPr>
            </a:lvl7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Wingdings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03. Another topic</a:t>
            </a:r>
          </a:p>
          <a:p>
            <a:pPr marL="12700" marR="0" lvl="1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EEEEEE">
                    <a:lumMod val="50000"/>
                  </a:srgbClr>
                </a:solidFill>
                <a:effectLst/>
                <a:uLnTx/>
                <a:uFillTx/>
                <a:latin typeface="+mj-lt"/>
                <a:cs typeface="Calibri" panose="020F0502020204030204" pitchFamily="34" charset="0"/>
              </a:rPr>
              <a:t>Lorem ipsum dolor sit amet, consectetur adipiscing elit. Nunc feugiat tempus nisl vitae scelerisque. Mauris efficitur eleifend ultrices. 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EEEEEE">
                  <a:lumMod val="50000"/>
                </a:srgbClr>
              </a:solidFill>
              <a:effectLst/>
              <a:uLnTx/>
              <a:uFillTx/>
              <a:latin typeface="+mj-lt"/>
              <a:cs typeface="Calibri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374418-6AB2-FC43-8D3B-D4F43A3CA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B6FEBD2-DF5E-784B-BAC5-87EE2AB7D1E7}"/>
              </a:ext>
            </a:extLst>
          </p:cNvPr>
          <p:cNvSpPr txBox="1">
            <a:spLocks/>
          </p:cNvSpPr>
          <p:nvPr/>
        </p:nvSpPr>
        <p:spPr>
          <a:xfrm>
            <a:off x="324739" y="717388"/>
            <a:ext cx="11542522" cy="377121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F77A33"/>
                </a:solidFill>
                <a:latin typeface="+mn-lt"/>
                <a:ea typeface="+mn-ea"/>
                <a:cs typeface="Calibri" panose="020F0502020204030204" pitchFamily="34" charset="0"/>
              </a:defRPr>
            </a:lvl1pPr>
            <a:lvl2pPr marL="127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36F26"/>
              </a:buClr>
              <a:buFont typeface="Wingdings" pitchFamily="2" charset="2"/>
              <a:buNone/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460375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7787B"/>
              </a:buClr>
              <a:buFont typeface=".Lucida Grande UI Regular"/>
              <a:buChar char="▫"/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696913" indent="-2365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7787B"/>
              </a:buClr>
              <a:buFont typeface=".Lucida Grande UI Regular"/>
              <a:buChar char="▫"/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920750" indent="-2238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77787B"/>
              </a:buClr>
              <a:buFont typeface=".Lucida Grande UI Regular"/>
              <a:buChar char="▫"/>
              <a:tabLst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This Is Your Optional Subtitle – Keep to One Line Maximum if Used</a:t>
            </a:r>
          </a:p>
        </p:txBody>
      </p:sp>
    </p:spTree>
    <p:extLst>
      <p:ext uri="{BB962C8B-B14F-4D97-AF65-F5344CB8AC3E}">
        <p14:creationId xmlns:p14="http://schemas.microsoft.com/office/powerpoint/2010/main" val="16678672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Placeholder 6">
            <a:extLst>
              <a:ext uri="{FF2B5EF4-FFF2-40B4-BE49-F238E27FC236}">
                <a16:creationId xmlns:a16="http://schemas.microsoft.com/office/drawing/2014/main" id="{B36BBD04-39FE-5449-8BD6-C4F97BBADB65}"/>
              </a:ext>
            </a:extLst>
          </p:cNvPr>
          <p:cNvGraphicFramePr>
            <a:graphicFrameLocks noGrp="1"/>
          </p:cNvGraphicFramePr>
          <p:nvPr>
            <p:ph type="chart" sz="quarter" idx="10"/>
          </p:nvPr>
        </p:nvGraphicFramePr>
        <p:xfrm>
          <a:off x="5686429" y="1520825"/>
          <a:ext cx="6113463" cy="45545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6E7BA0-C747-B145-8DBC-D9EB465C5F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cs typeface="Calibri" panose="020F0502020204030204" pitchFamily="34" charset="0"/>
              </a:rPr>
              <a:t>Optional ‘Key Takeaway’ text box for layout inspiration.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25AC55-8C8B-784A-9D32-EA05C8EFC15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39541" y="1378085"/>
            <a:ext cx="4905675" cy="3285371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b="1" dirty="0">
                <a:latin typeface="+mj-lt"/>
                <a:cs typeface="Calibri" panose="020F0502020204030204" pitchFamily="34" charset="0"/>
              </a:rPr>
              <a:t>Chart 1</a:t>
            </a:r>
          </a:p>
          <a:p>
            <a:pPr marL="228584" indent="-228584">
              <a:spcAft>
                <a:spcPts val="600"/>
              </a:spcAft>
              <a:buClr>
                <a:srgbClr val="F36F26"/>
              </a:buClr>
              <a:buSzPct val="100000"/>
              <a:buFont typeface="Wingdings" pitchFamily="2" charset="2"/>
              <a:buChar char="§"/>
            </a:pP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Lorem ipsum dolor sit amet, consectetur adipiscing elit. Mauris ullamcorper sit amet nisi non consectetur. </a:t>
            </a:r>
          </a:p>
          <a:p>
            <a:pPr marL="228584" indent="-228584">
              <a:spcAft>
                <a:spcPts val="600"/>
              </a:spcAft>
              <a:buClr>
                <a:srgbClr val="F36F26"/>
              </a:buClr>
              <a:buSzPct val="100000"/>
              <a:buFont typeface="Wingdings" pitchFamily="2" charset="2"/>
              <a:buChar char="§"/>
            </a:pP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Lorem ipsum dolor sit amet, consectetur adipiscing elit. Mauris ullamcorper sit amet nisi non consectetur.</a:t>
            </a:r>
          </a:p>
          <a:p>
            <a:pPr marL="393671" lvl="1" indent="-165088"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.Lucida Grande UI Regular"/>
              <a:buChar char="▫"/>
            </a:pPr>
            <a:r>
              <a:rPr lang="en-US" sz="1400" dirty="0">
                <a:latin typeface="+mj-lt"/>
                <a:cs typeface="Calibri" panose="020F0502020204030204" pitchFamily="34" charset="0"/>
              </a:rPr>
              <a:t>Lorem ipsum dolor sit amet, consectetur adipiscing elit. Mauris ullamcorper sit amet nisi non consectetur. </a:t>
            </a:r>
          </a:p>
          <a:p>
            <a:pPr marL="393671" lvl="1" indent="-165088">
              <a:spcAft>
                <a:spcPts val="600"/>
              </a:spcAft>
              <a:buClr>
                <a:schemeClr val="tx1">
                  <a:lumMod val="50000"/>
                  <a:lumOff val="50000"/>
                </a:schemeClr>
              </a:buClr>
              <a:buFont typeface=".Lucida Grande UI Regular"/>
              <a:buChar char="▫"/>
            </a:pPr>
            <a:r>
              <a:rPr lang="en-US" sz="1400" dirty="0">
                <a:latin typeface="+mj-lt"/>
                <a:cs typeface="Calibri" panose="020F0502020204030204" pitchFamily="34" charset="0"/>
              </a:rPr>
              <a:t>Lorem ipsum dolor sit amet, consectetur adipiscing elit. Mauris ullamcorper sit amet nisi non consectetur.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C86CA42-9C9C-0340-9CC2-7583EBA8135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4739" y="717388"/>
            <a:ext cx="11542522" cy="377121"/>
          </a:xfrm>
        </p:spPr>
        <p:txBody>
          <a:bodyPr/>
          <a:lstStyle/>
          <a:p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FB501AD-CE49-AD43-B7F1-29199140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</p:spTree>
    <p:extLst>
      <p:ext uri="{BB962C8B-B14F-4D97-AF65-F5344CB8AC3E}">
        <p14:creationId xmlns:p14="http://schemas.microsoft.com/office/powerpoint/2010/main" val="24946090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CFA742-E6ED-5848-A46C-00A97FAC202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09292" y="3241423"/>
            <a:ext cx="2558462" cy="2601183"/>
          </a:xfrm>
        </p:spPr>
        <p:txBody>
          <a:bodyPr>
            <a:normAutofit/>
          </a:bodyPr>
          <a:lstStyle/>
          <a:p>
            <a:pPr marL="0" lvl="0">
              <a:spcBef>
                <a:spcPts val="2400"/>
              </a:spcBef>
            </a:pPr>
            <a:r>
              <a:rPr lang="en-US" sz="1400" dirty="0">
                <a:solidFill>
                  <a:srgbClr val="000000"/>
                </a:solidFill>
                <a:ea typeface="Open Sans" charset="0"/>
              </a:rPr>
              <a:t>Text Placeholder</a:t>
            </a:r>
          </a:p>
          <a:p>
            <a:pPr marL="0" lvl="0">
              <a:spcBef>
                <a:spcPts val="0"/>
              </a:spcBef>
            </a:pPr>
            <a:endParaRPr lang="en-US" sz="1200" dirty="0">
              <a:solidFill>
                <a:srgbClr val="000000"/>
              </a:solidFill>
              <a:ea typeface="Open Sans" charset="0"/>
            </a:endParaRPr>
          </a:p>
          <a:p>
            <a:pPr lvl="1">
              <a:spcBef>
                <a:spcPts val="0"/>
              </a:spcBef>
            </a:pPr>
            <a:r>
              <a:rPr lang="en-US" sz="4800" b="1" dirty="0">
                <a:solidFill>
                  <a:srgbClr val="000000"/>
                </a:solidFill>
                <a:ea typeface="Open Sans" charset="0"/>
              </a:rPr>
              <a:t>$200K</a:t>
            </a:r>
          </a:p>
          <a:p>
            <a:pPr lvl="1">
              <a:spcBef>
                <a:spcPts val="0"/>
              </a:spcBef>
            </a:pPr>
            <a:br>
              <a:rPr lang="en-US" dirty="0">
                <a:solidFill>
                  <a:srgbClr val="76777B"/>
                </a:solidFill>
              </a:rPr>
            </a:br>
            <a:r>
              <a:rPr lang="en-US" dirty="0">
                <a:solidFill>
                  <a:srgbClr val="76777B"/>
                </a:solidFill>
              </a:rPr>
              <a:t>Lorem ipsum dolor sit </a:t>
            </a:r>
            <a:r>
              <a:rPr lang="en-US" dirty="0" err="1">
                <a:solidFill>
                  <a:srgbClr val="76777B"/>
                </a:solidFill>
              </a:rPr>
              <a:t>amet</a:t>
            </a:r>
            <a:r>
              <a:rPr lang="en-US" dirty="0">
                <a:solidFill>
                  <a:srgbClr val="76777B"/>
                </a:solidFill>
              </a:rPr>
              <a:t>, </a:t>
            </a:r>
            <a:r>
              <a:rPr lang="en-US" dirty="0" err="1">
                <a:solidFill>
                  <a:srgbClr val="76777B"/>
                </a:solidFill>
              </a:rPr>
              <a:t>consectetur</a:t>
            </a:r>
            <a:r>
              <a:rPr lang="en-US" dirty="0">
                <a:solidFill>
                  <a:srgbClr val="76777B"/>
                </a:solidFill>
              </a:rPr>
              <a:t> </a:t>
            </a:r>
            <a:r>
              <a:rPr lang="en-US" dirty="0" err="1">
                <a:solidFill>
                  <a:srgbClr val="76777B"/>
                </a:solidFill>
              </a:rPr>
              <a:t>adipiscing</a:t>
            </a:r>
            <a:r>
              <a:rPr lang="en-US" dirty="0">
                <a:solidFill>
                  <a:srgbClr val="76777B"/>
                </a:solidFill>
              </a:rPr>
              <a:t> </a:t>
            </a:r>
            <a:r>
              <a:rPr lang="en-US" dirty="0" err="1">
                <a:solidFill>
                  <a:srgbClr val="76777B"/>
                </a:solidFill>
              </a:rPr>
              <a:t>elit</a:t>
            </a:r>
            <a:r>
              <a:rPr lang="en-US" dirty="0">
                <a:solidFill>
                  <a:srgbClr val="76777B"/>
                </a:solidFill>
              </a:rPr>
              <a:t>. </a:t>
            </a:r>
            <a:r>
              <a:rPr lang="en-US" dirty="0" err="1">
                <a:solidFill>
                  <a:srgbClr val="76777B"/>
                </a:solidFill>
              </a:rPr>
              <a:t>Mauris</a:t>
            </a:r>
            <a:r>
              <a:rPr lang="en-US" dirty="0">
                <a:solidFill>
                  <a:srgbClr val="76777B"/>
                </a:solidFill>
              </a:rPr>
              <a:t> </a:t>
            </a:r>
            <a:r>
              <a:rPr lang="en-US" dirty="0" err="1">
                <a:solidFill>
                  <a:srgbClr val="76777B"/>
                </a:solidFill>
              </a:rPr>
              <a:t>ullamcorper</a:t>
            </a:r>
            <a:r>
              <a:rPr lang="en-US" dirty="0">
                <a:solidFill>
                  <a:srgbClr val="76777B"/>
                </a:solidFill>
              </a:rPr>
              <a:t> sit </a:t>
            </a:r>
            <a:r>
              <a:rPr lang="en-US" dirty="0" err="1">
                <a:solidFill>
                  <a:srgbClr val="76777B"/>
                </a:solidFill>
              </a:rPr>
              <a:t>amet</a:t>
            </a:r>
            <a:r>
              <a:rPr lang="en-US" dirty="0">
                <a:solidFill>
                  <a:srgbClr val="76777B"/>
                </a:solidFill>
              </a:rPr>
              <a:t> nisi non </a:t>
            </a:r>
            <a:r>
              <a:rPr lang="en-US" dirty="0" err="1">
                <a:solidFill>
                  <a:srgbClr val="76777B"/>
                </a:solidFill>
              </a:rPr>
              <a:t>consectetur</a:t>
            </a:r>
            <a:r>
              <a:rPr lang="en-US" dirty="0">
                <a:solidFill>
                  <a:srgbClr val="76777B"/>
                </a:solidFill>
              </a:rPr>
              <a:t>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847DF-BBCD-4C44-B019-65EF26469D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lvl="0">
              <a:spcBef>
                <a:spcPts val="2400"/>
              </a:spcBef>
            </a:pPr>
            <a:r>
              <a:rPr lang="en-US" sz="1400" dirty="0">
                <a:solidFill>
                  <a:srgbClr val="000000"/>
                </a:solidFill>
                <a:ea typeface="Open Sans" charset="0"/>
              </a:rPr>
              <a:t>Text Placeholder</a:t>
            </a:r>
          </a:p>
          <a:p>
            <a:pPr marL="0" lvl="0">
              <a:spcBef>
                <a:spcPts val="0"/>
              </a:spcBef>
            </a:pPr>
            <a:endParaRPr lang="en-US" sz="1200" dirty="0">
              <a:solidFill>
                <a:srgbClr val="000000"/>
              </a:solidFill>
              <a:ea typeface="Open Sans" charset="0"/>
            </a:endParaRPr>
          </a:p>
          <a:p>
            <a:pPr lvl="1">
              <a:spcBef>
                <a:spcPts val="0"/>
              </a:spcBef>
            </a:pPr>
            <a:r>
              <a:rPr lang="en-US" sz="4800" b="1" dirty="0">
                <a:solidFill>
                  <a:srgbClr val="000000"/>
                </a:solidFill>
                <a:ea typeface="Open Sans" charset="0"/>
              </a:rPr>
              <a:t>$500K</a:t>
            </a:r>
          </a:p>
          <a:p>
            <a:pPr lvl="1">
              <a:spcBef>
                <a:spcPts val="0"/>
              </a:spcBef>
            </a:pPr>
            <a:br>
              <a:rPr lang="en-US" dirty="0">
                <a:solidFill>
                  <a:srgbClr val="76777B"/>
                </a:solidFill>
              </a:rPr>
            </a:br>
            <a:r>
              <a:rPr lang="en-US" dirty="0">
                <a:solidFill>
                  <a:srgbClr val="76777B"/>
                </a:solidFill>
              </a:rPr>
              <a:t>Lorem ipsum dolor sit </a:t>
            </a:r>
            <a:r>
              <a:rPr lang="en-US" dirty="0" err="1">
                <a:solidFill>
                  <a:srgbClr val="76777B"/>
                </a:solidFill>
              </a:rPr>
              <a:t>amet</a:t>
            </a:r>
            <a:r>
              <a:rPr lang="en-US" dirty="0">
                <a:solidFill>
                  <a:srgbClr val="76777B"/>
                </a:solidFill>
              </a:rPr>
              <a:t>, </a:t>
            </a:r>
            <a:r>
              <a:rPr lang="en-US" dirty="0" err="1">
                <a:solidFill>
                  <a:srgbClr val="76777B"/>
                </a:solidFill>
              </a:rPr>
              <a:t>consectetur</a:t>
            </a:r>
            <a:r>
              <a:rPr lang="en-US" dirty="0">
                <a:solidFill>
                  <a:srgbClr val="76777B"/>
                </a:solidFill>
              </a:rPr>
              <a:t> </a:t>
            </a:r>
            <a:r>
              <a:rPr lang="en-US" dirty="0" err="1">
                <a:solidFill>
                  <a:srgbClr val="76777B"/>
                </a:solidFill>
              </a:rPr>
              <a:t>adipiscing</a:t>
            </a:r>
            <a:r>
              <a:rPr lang="en-US" dirty="0">
                <a:solidFill>
                  <a:srgbClr val="76777B"/>
                </a:solidFill>
              </a:rPr>
              <a:t> </a:t>
            </a:r>
            <a:r>
              <a:rPr lang="en-US" dirty="0" err="1">
                <a:solidFill>
                  <a:srgbClr val="76777B"/>
                </a:solidFill>
              </a:rPr>
              <a:t>elit</a:t>
            </a:r>
            <a:r>
              <a:rPr lang="en-US" dirty="0">
                <a:solidFill>
                  <a:srgbClr val="76777B"/>
                </a:solidFill>
              </a:rPr>
              <a:t>. </a:t>
            </a:r>
            <a:r>
              <a:rPr lang="en-US" dirty="0" err="1">
                <a:solidFill>
                  <a:srgbClr val="76777B"/>
                </a:solidFill>
              </a:rPr>
              <a:t>Mauris</a:t>
            </a:r>
            <a:r>
              <a:rPr lang="en-US" dirty="0">
                <a:solidFill>
                  <a:srgbClr val="76777B"/>
                </a:solidFill>
              </a:rPr>
              <a:t> </a:t>
            </a:r>
            <a:r>
              <a:rPr lang="en-US" dirty="0" err="1">
                <a:solidFill>
                  <a:srgbClr val="76777B"/>
                </a:solidFill>
              </a:rPr>
              <a:t>ullamcorper</a:t>
            </a:r>
            <a:r>
              <a:rPr lang="en-US" dirty="0">
                <a:solidFill>
                  <a:srgbClr val="76777B"/>
                </a:solidFill>
              </a:rPr>
              <a:t> sit </a:t>
            </a:r>
            <a:r>
              <a:rPr lang="en-US" dirty="0" err="1">
                <a:solidFill>
                  <a:srgbClr val="76777B"/>
                </a:solidFill>
              </a:rPr>
              <a:t>amet</a:t>
            </a:r>
            <a:r>
              <a:rPr lang="en-US" dirty="0">
                <a:solidFill>
                  <a:srgbClr val="76777B"/>
                </a:solidFill>
              </a:rPr>
              <a:t> nisi non </a:t>
            </a:r>
            <a:r>
              <a:rPr lang="en-US" dirty="0" err="1">
                <a:solidFill>
                  <a:srgbClr val="76777B"/>
                </a:solidFill>
              </a:rPr>
              <a:t>consectetur</a:t>
            </a:r>
            <a:r>
              <a:rPr lang="en-US" dirty="0">
                <a:solidFill>
                  <a:srgbClr val="76777B"/>
                </a:solidFill>
              </a:rPr>
              <a:t>.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2BD85-8D7C-A241-9761-808DB0C2B1D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91016" y="3241423"/>
            <a:ext cx="2597045" cy="2601183"/>
          </a:xfrm>
        </p:spPr>
        <p:txBody>
          <a:bodyPr/>
          <a:lstStyle/>
          <a:p>
            <a:pPr marL="0" lvl="0">
              <a:spcBef>
                <a:spcPts val="2400"/>
              </a:spcBef>
            </a:pPr>
            <a:r>
              <a:rPr lang="en-US" sz="1400" dirty="0">
                <a:solidFill>
                  <a:srgbClr val="F36E26"/>
                </a:solidFill>
                <a:ea typeface="Open Sans" charset="0"/>
              </a:rPr>
              <a:t>Text Placeholder</a:t>
            </a:r>
          </a:p>
          <a:p>
            <a:pPr marL="0" lvl="0">
              <a:spcBef>
                <a:spcPts val="0"/>
              </a:spcBef>
            </a:pPr>
            <a:endParaRPr lang="en-US" sz="1200" dirty="0">
              <a:solidFill>
                <a:srgbClr val="F36E26"/>
              </a:solidFill>
              <a:ea typeface="Open Sans" charset="0"/>
            </a:endParaRPr>
          </a:p>
          <a:p>
            <a:pPr lvl="1">
              <a:spcBef>
                <a:spcPts val="0"/>
              </a:spcBef>
            </a:pPr>
            <a:r>
              <a:rPr lang="en-US" sz="4800" b="1" dirty="0">
                <a:solidFill>
                  <a:srgbClr val="F36E26"/>
                </a:solidFill>
                <a:ea typeface="Open Sans" charset="0"/>
              </a:rPr>
              <a:t>$1M</a:t>
            </a:r>
          </a:p>
          <a:p>
            <a:pPr lvl="1">
              <a:spcBef>
                <a:spcPts val="0"/>
              </a:spcBef>
            </a:pPr>
            <a:br>
              <a:rPr lang="en-US" dirty="0">
                <a:solidFill>
                  <a:srgbClr val="76777B"/>
                </a:solidFill>
              </a:rPr>
            </a:br>
            <a:r>
              <a:rPr lang="en-US" dirty="0">
                <a:solidFill>
                  <a:srgbClr val="76777B"/>
                </a:solidFill>
              </a:rPr>
              <a:t>Lorem ipsum dolor sit </a:t>
            </a:r>
            <a:r>
              <a:rPr lang="en-US" dirty="0" err="1">
                <a:solidFill>
                  <a:srgbClr val="76777B"/>
                </a:solidFill>
              </a:rPr>
              <a:t>amet</a:t>
            </a:r>
            <a:r>
              <a:rPr lang="en-US" dirty="0">
                <a:solidFill>
                  <a:srgbClr val="76777B"/>
                </a:solidFill>
              </a:rPr>
              <a:t>, </a:t>
            </a:r>
            <a:r>
              <a:rPr lang="en-US" dirty="0" err="1">
                <a:solidFill>
                  <a:srgbClr val="76777B"/>
                </a:solidFill>
              </a:rPr>
              <a:t>consectetur</a:t>
            </a:r>
            <a:r>
              <a:rPr lang="en-US" dirty="0">
                <a:solidFill>
                  <a:srgbClr val="76777B"/>
                </a:solidFill>
              </a:rPr>
              <a:t> </a:t>
            </a:r>
            <a:r>
              <a:rPr lang="en-US" dirty="0" err="1">
                <a:solidFill>
                  <a:srgbClr val="76777B"/>
                </a:solidFill>
              </a:rPr>
              <a:t>adipiscing</a:t>
            </a:r>
            <a:r>
              <a:rPr lang="en-US" dirty="0">
                <a:solidFill>
                  <a:srgbClr val="76777B"/>
                </a:solidFill>
              </a:rPr>
              <a:t> </a:t>
            </a:r>
            <a:r>
              <a:rPr lang="en-US" dirty="0" err="1">
                <a:solidFill>
                  <a:srgbClr val="76777B"/>
                </a:solidFill>
              </a:rPr>
              <a:t>elit</a:t>
            </a:r>
            <a:r>
              <a:rPr lang="en-US" dirty="0">
                <a:solidFill>
                  <a:srgbClr val="76777B"/>
                </a:solidFill>
              </a:rPr>
              <a:t>. </a:t>
            </a:r>
            <a:r>
              <a:rPr lang="en-US" dirty="0" err="1">
                <a:solidFill>
                  <a:srgbClr val="76777B"/>
                </a:solidFill>
              </a:rPr>
              <a:t>Mauris</a:t>
            </a:r>
            <a:r>
              <a:rPr lang="en-US" dirty="0">
                <a:solidFill>
                  <a:srgbClr val="76777B"/>
                </a:solidFill>
              </a:rPr>
              <a:t> </a:t>
            </a:r>
            <a:r>
              <a:rPr lang="en-US" dirty="0" err="1">
                <a:solidFill>
                  <a:srgbClr val="76777B"/>
                </a:solidFill>
              </a:rPr>
              <a:t>ullamcorper</a:t>
            </a:r>
            <a:r>
              <a:rPr lang="en-US" dirty="0">
                <a:solidFill>
                  <a:srgbClr val="76777B"/>
                </a:solidFill>
              </a:rPr>
              <a:t> sit </a:t>
            </a:r>
            <a:r>
              <a:rPr lang="en-US" dirty="0" err="1">
                <a:solidFill>
                  <a:srgbClr val="76777B"/>
                </a:solidFill>
              </a:rPr>
              <a:t>amet</a:t>
            </a:r>
            <a:r>
              <a:rPr lang="en-US" dirty="0">
                <a:solidFill>
                  <a:srgbClr val="76777B"/>
                </a:solidFill>
              </a:rPr>
              <a:t> nisi non </a:t>
            </a:r>
            <a:r>
              <a:rPr lang="en-US" dirty="0" err="1">
                <a:solidFill>
                  <a:srgbClr val="76777B"/>
                </a:solidFill>
              </a:rPr>
              <a:t>consectetur</a:t>
            </a:r>
            <a:r>
              <a:rPr lang="en-US" dirty="0">
                <a:solidFill>
                  <a:srgbClr val="76777B"/>
                </a:solidFill>
              </a:rPr>
              <a:t>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E25508-889F-9644-BD4B-92956A3F28C7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79032" y="1193679"/>
            <a:ext cx="9389376" cy="1797772"/>
          </a:xfrm>
        </p:spPr>
        <p:txBody>
          <a:bodyPr lIns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400"/>
              </a:spcAft>
              <a:buNone/>
            </a:pPr>
            <a:r>
              <a:rPr lang="da-DK" dirty="0" err="1">
                <a:latin typeface="+mj-lt"/>
                <a:cs typeface="Calibri" panose="020F0502020204030204" pitchFamily="34" charset="0"/>
              </a:rPr>
              <a:t>Lorem</a:t>
            </a:r>
            <a:r>
              <a:rPr lang="da-DK" dirty="0">
                <a:latin typeface="+mj-lt"/>
                <a:cs typeface="Calibri" panose="020F0502020204030204" pitchFamily="34" charset="0"/>
              </a:rPr>
              <a:t> </a:t>
            </a:r>
            <a:r>
              <a:rPr lang="da-DK" dirty="0" err="1">
                <a:latin typeface="+mj-lt"/>
                <a:cs typeface="Calibri" panose="020F0502020204030204" pitchFamily="34" charset="0"/>
              </a:rPr>
              <a:t>ipsum</a:t>
            </a:r>
            <a:r>
              <a:rPr lang="da-DK" dirty="0">
                <a:latin typeface="+mj-lt"/>
                <a:cs typeface="Calibri" panose="020F0502020204030204" pitchFamily="34" charset="0"/>
              </a:rPr>
              <a:t> </a:t>
            </a:r>
            <a:r>
              <a:rPr lang="da-DK" dirty="0" err="1">
                <a:latin typeface="+mj-lt"/>
                <a:cs typeface="Calibri" panose="020F0502020204030204" pitchFamily="34" charset="0"/>
              </a:rPr>
              <a:t>dolor</a:t>
            </a:r>
            <a:r>
              <a:rPr lang="da-DK" dirty="0">
                <a:latin typeface="+mj-lt"/>
                <a:cs typeface="Calibri" panose="020F0502020204030204" pitchFamily="34" charset="0"/>
              </a:rPr>
              <a:t> sit </a:t>
            </a:r>
            <a:r>
              <a:rPr lang="da-DK" dirty="0" err="1">
                <a:latin typeface="+mj-lt"/>
                <a:cs typeface="Calibri" panose="020F0502020204030204" pitchFamily="34" charset="0"/>
              </a:rPr>
              <a:t>amet</a:t>
            </a:r>
            <a:r>
              <a:rPr lang="da-DK" dirty="0">
                <a:latin typeface="+mj-lt"/>
                <a:cs typeface="Calibri" panose="020F0502020204030204" pitchFamily="34" charset="0"/>
              </a:rPr>
              <a:t>, Mauris </a:t>
            </a:r>
            <a:r>
              <a:rPr lang="da-DK" dirty="0" err="1">
                <a:latin typeface="+mj-lt"/>
                <a:cs typeface="Calibri" panose="020F0502020204030204" pitchFamily="34" charset="0"/>
              </a:rPr>
              <a:t>ullamcorper</a:t>
            </a:r>
            <a:r>
              <a:rPr lang="da-DK" dirty="0">
                <a:latin typeface="+mj-lt"/>
                <a:cs typeface="Calibri" panose="020F0502020204030204" pitchFamily="34" charset="0"/>
              </a:rPr>
              <a:t> sit </a:t>
            </a:r>
            <a:r>
              <a:rPr lang="da-DK" dirty="0" err="1">
                <a:latin typeface="+mj-lt"/>
                <a:cs typeface="Calibri" panose="020F0502020204030204" pitchFamily="34" charset="0"/>
              </a:rPr>
              <a:t>amet</a:t>
            </a:r>
            <a:r>
              <a:rPr lang="da-DK" dirty="0">
                <a:latin typeface="+mj-lt"/>
                <a:cs typeface="Calibri" panose="020F0502020204030204" pitchFamily="34" charset="0"/>
              </a:rPr>
              <a:t> </a:t>
            </a:r>
            <a:r>
              <a:rPr lang="da-DK" dirty="0" err="1">
                <a:latin typeface="+mj-lt"/>
                <a:cs typeface="Calibri" panose="020F0502020204030204" pitchFamily="34" charset="0"/>
              </a:rPr>
              <a:t>nisi</a:t>
            </a:r>
            <a:r>
              <a:rPr lang="da-DK" dirty="0">
                <a:latin typeface="+mj-lt"/>
                <a:cs typeface="Calibri" panose="020F0502020204030204" pitchFamily="34" charset="0"/>
              </a:rPr>
              <a:t> non </a:t>
            </a:r>
            <a:r>
              <a:rPr lang="da-DK" dirty="0" err="1">
                <a:latin typeface="+mj-lt"/>
                <a:cs typeface="Calibri" panose="020F0502020204030204" pitchFamily="34" charset="0"/>
              </a:rPr>
              <a:t>consectetur</a:t>
            </a:r>
            <a:r>
              <a:rPr lang="en-US" dirty="0">
                <a:latin typeface="+mj-lt"/>
                <a:cs typeface="Calibri" panose="020F0502020204030204" pitchFamily="34" charset="0"/>
              </a:rPr>
              <a:t>.</a:t>
            </a:r>
          </a:p>
          <a:p>
            <a:pPr marL="230400" indent="-23040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rgbClr val="F36F26"/>
              </a:buClr>
              <a:buSzPct val="100000"/>
              <a:buFont typeface="Wingdings" pitchFamily="2" charset="2"/>
              <a:buChar char="§"/>
            </a:pP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Lorem ipsum dolor sit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amet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consectetur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adipiscing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elit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.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Mauris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ullamcorper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 sit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amet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 nisi non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consectetur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.</a:t>
            </a:r>
          </a:p>
          <a:p>
            <a:pPr marL="230400" indent="-230400">
              <a:lnSpc>
                <a:spcPct val="90000"/>
              </a:lnSpc>
              <a:spcBef>
                <a:spcPts val="0"/>
              </a:spcBef>
              <a:spcAft>
                <a:spcPts val="400"/>
              </a:spcAft>
              <a:buClr>
                <a:srgbClr val="F36F26"/>
              </a:buClr>
              <a:buSzPct val="100000"/>
              <a:buFont typeface="Wingdings" pitchFamily="2" charset="2"/>
              <a:buChar char="§"/>
            </a:pP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Lorem ipsum dolor sit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amet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consectetur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adipiscing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elit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.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Mauris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ullamcorper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 sit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amet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 nisi non </a:t>
            </a:r>
            <a:r>
              <a:rPr lang="en-US" sz="1600" dirty="0" err="1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consectetur</a:t>
            </a:r>
            <a:r>
              <a:rPr lang="en-US" sz="1600" dirty="0">
                <a:solidFill>
                  <a:srgbClr val="77787B"/>
                </a:solidFill>
                <a:latin typeface="+mj-lt"/>
                <a:cs typeface="Calibri" panose="020F0502020204030204" pitchFamily="34" charset="0"/>
              </a:rPr>
              <a:t>. </a:t>
            </a:r>
          </a:p>
          <a:p>
            <a:pPr marL="393671" lvl="1" indent="-165088">
              <a:lnSpc>
                <a:spcPct val="90000"/>
              </a:lnSpc>
              <a:spcAft>
                <a:spcPts val="400"/>
              </a:spcAft>
              <a:buClr>
                <a:schemeClr val="tx1">
                  <a:lumMod val="50000"/>
                  <a:lumOff val="50000"/>
                </a:schemeClr>
              </a:buClr>
              <a:buFont typeface=".Lucida Grande UI Regular"/>
              <a:buChar char="▫"/>
            </a:pPr>
            <a:r>
              <a:rPr lang="en-US" sz="1400" dirty="0">
                <a:latin typeface="+mj-lt"/>
                <a:cs typeface="Calibri" panose="020F0502020204030204" pitchFamily="34" charset="0"/>
              </a:rPr>
              <a:t>Lorem ipsum dolor sit </a:t>
            </a:r>
            <a:r>
              <a:rPr lang="en-US" sz="1400" dirty="0" err="1">
                <a:latin typeface="+mj-lt"/>
                <a:cs typeface="Calibri" panose="020F0502020204030204" pitchFamily="34" charset="0"/>
              </a:rPr>
              <a:t>amet</a:t>
            </a:r>
            <a:r>
              <a:rPr lang="en-US" sz="1400" dirty="0">
                <a:latin typeface="+mj-lt"/>
                <a:cs typeface="Calibri" panose="020F0502020204030204" pitchFamily="34" charset="0"/>
              </a:rPr>
              <a:t>, </a:t>
            </a:r>
            <a:r>
              <a:rPr lang="en-US" sz="1400" dirty="0" err="1">
                <a:latin typeface="+mj-lt"/>
                <a:cs typeface="Calibri" panose="020F0502020204030204" pitchFamily="34" charset="0"/>
              </a:rPr>
              <a:t>consectetur</a:t>
            </a:r>
            <a:r>
              <a:rPr lang="en-US" sz="1400" dirty="0">
                <a:latin typeface="+mj-lt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+mj-lt"/>
                <a:cs typeface="Calibri" panose="020F0502020204030204" pitchFamily="34" charset="0"/>
              </a:rPr>
              <a:t>adipiscing</a:t>
            </a:r>
            <a:r>
              <a:rPr lang="en-US" sz="1400" dirty="0">
                <a:latin typeface="+mj-lt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+mj-lt"/>
                <a:cs typeface="Calibri" panose="020F0502020204030204" pitchFamily="34" charset="0"/>
              </a:rPr>
              <a:t>elit</a:t>
            </a:r>
            <a:r>
              <a:rPr lang="en-US" sz="1400" dirty="0">
                <a:latin typeface="+mj-lt"/>
                <a:cs typeface="Calibri" panose="020F0502020204030204" pitchFamily="34" charset="0"/>
              </a:rPr>
              <a:t>. </a:t>
            </a:r>
            <a:r>
              <a:rPr lang="en-US" sz="1400" dirty="0" err="1">
                <a:latin typeface="+mj-lt"/>
                <a:cs typeface="Calibri" panose="020F0502020204030204" pitchFamily="34" charset="0"/>
              </a:rPr>
              <a:t>Mauris</a:t>
            </a:r>
            <a:r>
              <a:rPr lang="en-US" sz="1400" dirty="0">
                <a:latin typeface="+mj-lt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+mj-lt"/>
                <a:cs typeface="Calibri" panose="020F0502020204030204" pitchFamily="34" charset="0"/>
              </a:rPr>
              <a:t>ullamcorper</a:t>
            </a:r>
            <a:r>
              <a:rPr lang="en-US" sz="1400" dirty="0">
                <a:latin typeface="+mj-lt"/>
                <a:cs typeface="Calibri" panose="020F0502020204030204" pitchFamily="34" charset="0"/>
              </a:rPr>
              <a:t> sit </a:t>
            </a:r>
            <a:r>
              <a:rPr lang="en-US" sz="1400" dirty="0" err="1">
                <a:latin typeface="+mj-lt"/>
                <a:cs typeface="Calibri" panose="020F0502020204030204" pitchFamily="34" charset="0"/>
              </a:rPr>
              <a:t>amet</a:t>
            </a:r>
            <a:r>
              <a:rPr lang="en-US" sz="1400" dirty="0">
                <a:latin typeface="+mj-lt"/>
                <a:cs typeface="Calibri" panose="020F0502020204030204" pitchFamily="34" charset="0"/>
              </a:rPr>
              <a:t> nisi non </a:t>
            </a:r>
            <a:r>
              <a:rPr lang="en-US" sz="1400" dirty="0" err="1">
                <a:latin typeface="+mj-lt"/>
                <a:cs typeface="Calibri" panose="020F0502020204030204" pitchFamily="34" charset="0"/>
              </a:rPr>
              <a:t>consectetur</a:t>
            </a:r>
            <a:r>
              <a:rPr lang="en-US" sz="1400" dirty="0">
                <a:latin typeface="+mj-lt"/>
                <a:cs typeface="Calibri" panose="020F0502020204030204" pitchFamily="34" charset="0"/>
              </a:rPr>
              <a:t>.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18010DA-E843-1646-9EA7-E97D04BC93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05434" y="3"/>
            <a:ext cx="1256207" cy="6234068"/>
          </a:xfrm>
        </p:spPr>
        <p:txBody>
          <a:bodyPr>
            <a:normAutofit/>
          </a:bodyPr>
          <a:lstStyle/>
          <a:p>
            <a:pPr marL="143997" indent="0">
              <a:spcBef>
                <a:spcPts val="1000"/>
              </a:spcBef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2015</a:t>
            </a:r>
          </a:p>
          <a:p>
            <a:pPr marL="143997" indent="0">
              <a:spcBef>
                <a:spcPts val="1000"/>
              </a:spcBef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2016</a:t>
            </a:r>
          </a:p>
          <a:p>
            <a:pPr marL="143997" indent="0">
              <a:spcBef>
                <a:spcPts val="1000"/>
              </a:spcBef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2017</a:t>
            </a:r>
          </a:p>
          <a:p>
            <a:pPr marL="143997" indent="0">
              <a:spcBef>
                <a:spcPts val="1000"/>
              </a:spcBef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2018</a:t>
            </a:r>
          </a:p>
          <a:p>
            <a:pPr marL="143997" indent="0">
              <a:spcBef>
                <a:spcPts val="1000"/>
              </a:spcBef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2019</a:t>
            </a:r>
          </a:p>
          <a:p>
            <a:pPr marL="143997" indent="0">
              <a:spcBef>
                <a:spcPts val="1000"/>
              </a:spcBef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3997" indent="0">
              <a:spcBef>
                <a:spcPts val="1000"/>
              </a:spcBef>
              <a:buNone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43997" indent="0">
              <a:spcBef>
                <a:spcPts val="1000"/>
              </a:spcBef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2021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3D08B7-DFDA-7640-BBCF-8E79235C56A2}"/>
              </a:ext>
            </a:extLst>
          </p:cNvPr>
          <p:cNvSpPr/>
          <p:nvPr/>
        </p:nvSpPr>
        <p:spPr>
          <a:xfrm>
            <a:off x="9405434" y="3866552"/>
            <a:ext cx="2786569" cy="564045"/>
          </a:xfrm>
          <a:prstGeom prst="rect">
            <a:avLst/>
          </a:prstGeom>
          <a:solidFill>
            <a:srgbClr val="F26F26"/>
          </a:solidFill>
          <a:ln>
            <a:solidFill>
              <a:srgbClr val="F77A3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Ins="115200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Open Sans" charset="0"/>
                <a:cs typeface="Calibri" panose="020F0502020204030204" pitchFamily="34" charset="0"/>
              </a:rPr>
              <a:t>2020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3C8D2E-CF9A-7A41-A9C4-143E6A24E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94C6F28-B1B7-5E4C-BBD5-8E14D34B5B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4739" y="717388"/>
            <a:ext cx="9304176" cy="377121"/>
          </a:xfrm>
        </p:spPr>
        <p:txBody>
          <a:bodyPr/>
          <a:lstStyle/>
          <a:p>
            <a:r>
              <a:rPr lang="en-US" dirty="0"/>
              <a:t>This Is Your Optional Subtitle – Keep to One Line Maximum if Used</a:t>
            </a:r>
          </a:p>
        </p:txBody>
      </p:sp>
    </p:spTree>
    <p:extLst>
      <p:ext uri="{BB962C8B-B14F-4D97-AF65-F5344CB8AC3E}">
        <p14:creationId xmlns:p14="http://schemas.microsoft.com/office/powerpoint/2010/main" val="3564461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06045-46F4-1C4D-B622-C04076494B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143997" indent="0">
              <a:buNone/>
            </a:pPr>
            <a:r>
              <a:rPr lang="en-US" dirty="0"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39BC91-828C-314F-9FBC-2988A6D4EE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lvl="1" algn="ctr">
              <a:defRPr/>
            </a:pPr>
            <a:r>
              <a:rPr lang="en-US" dirty="0">
                <a:solidFill>
                  <a:srgbClr val="F26F26"/>
                </a:solidFill>
                <a:latin typeface="+mn-lt"/>
                <a:cs typeface="Calibri" panose="020F0502020204030204" pitchFamily="34" charset="0"/>
              </a:rPr>
              <a:t>Lorem ipsum dolor sit amet, consectetuer adipiscing elit. Aenean eget dolor commodo ligula eget dolor. Aenean massa.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928355-9334-8042-A988-FE9CC3E5D06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rmAutofit/>
          </a:bodyPr>
          <a:lstStyle/>
          <a:p>
            <a:pPr marL="143997" indent="0">
              <a:buNone/>
            </a:pPr>
            <a:r>
              <a:rPr lang="en-US" dirty="0"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55C73A4-0554-8543-9216-DD9E01AA3B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/>
          </a:bodyPr>
          <a:lstStyle/>
          <a:p>
            <a:pPr marL="143997" indent="0">
              <a:buNone/>
            </a:pPr>
            <a:r>
              <a:rPr lang="en-US" dirty="0"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93A1-7793-2B40-B19D-86FAD76389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/>
          </a:bodyPr>
          <a:lstStyle/>
          <a:p>
            <a:pPr marL="143997" indent="0">
              <a:buNone/>
            </a:pPr>
            <a:r>
              <a:rPr lang="en-US" dirty="0"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CC82FA5-2762-DA4D-ABAD-939AD3C4F19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/>
          </a:bodyPr>
          <a:lstStyle/>
          <a:p>
            <a:pPr marL="143997" indent="0">
              <a:buNone/>
            </a:pPr>
            <a:r>
              <a:rPr lang="en-US" dirty="0"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4EF0B90-68AA-A44A-B037-362E4E46010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/>
          </a:bodyPr>
          <a:lstStyle/>
          <a:p>
            <a:pPr marL="143997" indent="0">
              <a:buNone/>
            </a:pPr>
            <a:r>
              <a:rPr lang="en-US" dirty="0"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D9D48E7-EE4D-2849-8E31-1D98FBE9243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128448" y="1471143"/>
            <a:ext cx="1155340" cy="585516"/>
          </a:xfrm>
        </p:spPr>
        <p:txBody>
          <a:bodyPr>
            <a:normAutofit/>
          </a:bodyPr>
          <a:lstStyle/>
          <a:p>
            <a:pPr marL="143997" indent="0">
              <a:buNone/>
            </a:pPr>
            <a:r>
              <a:rPr lang="en-US" dirty="0">
                <a:cs typeface="Calibri" panose="020F0502020204030204" pitchFamily="34" charset="0"/>
              </a:rPr>
              <a:t>Date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615DA5E-F4A2-A44F-ABD4-FECC524157F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pPr lvl="1" algn="ctr"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Lorem ipsum dolor sit amet, consectetuer adipiscing elit. Aenean eget dolor commodo ligula eget dolor. Aenean massa.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AE592DF-A66A-6240-90EE-C45FCA9A515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lvl="1" algn="ctr"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Lorem ipsum dolor sit amet, consectetuer adipiscing elit. Aenean eget dolor commodo ligula eget dolor. Aenean massa.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8BC949F-1B35-3842-A35C-116247DC365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 algn="ctr"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Lorem ipsum dolor sit amet, consectetuer adipiscing elit. Aenean eget dolor commodo ligula eget dolor. Aenean massa.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BE35076-1B08-3343-B9AA-9828870A2DD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lvl="1" algn="ctr"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Lorem ipsum dolor sit amet, consectetuer adipiscing elit. Aenean eget dolor commodo ligula eget dolor. Aenean massa.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975C2AA-E8A4-2744-B754-C59A138A953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lvl="1" algn="ctr">
              <a:defRPr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cs typeface="Calibri" panose="020F0502020204030204" pitchFamily="34" charset="0"/>
              </a:rPr>
              <a:t>Lorem ipsum dolor sit amet, consectetuer adipiscing elit. Aenean eget dolor commodo ligula eget dolor. Aenean massa.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FC53C71-7D6D-044D-8D09-3652E0FED5F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lvl="1" algn="ctr">
              <a:defRPr/>
            </a:pPr>
            <a:r>
              <a:rPr lang="en-US" dirty="0">
                <a:solidFill>
                  <a:srgbClr val="F26F26"/>
                </a:solidFill>
                <a:cs typeface="Calibri" panose="020F0502020204030204" pitchFamily="34" charset="0"/>
              </a:rPr>
              <a:t>Lorem ipsum dolor sit amet, consectetuer adipiscing elit. Aenean eget dolor commodo ligula eget dolor. Aenean massa. 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A18DE44E-73B9-9E4E-BAD6-60DFAB2601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4739" y="717388"/>
            <a:ext cx="11542522" cy="377121"/>
          </a:xfrm>
        </p:spPr>
        <p:txBody>
          <a:bodyPr/>
          <a:lstStyle/>
          <a:p>
            <a:r>
              <a:rPr lang="en-US" dirty="0"/>
              <a:t>This Is Your Optional Subtitle – Keep to One Line Maximum if Used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D3940D-7E42-3044-B018-E780E57AF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YOUR TITLE – KEEP IT TO ONE LINE MAXIMUM</a:t>
            </a:r>
          </a:p>
        </p:txBody>
      </p:sp>
    </p:spTree>
    <p:extLst>
      <p:ext uri="{BB962C8B-B14F-4D97-AF65-F5344CB8AC3E}">
        <p14:creationId xmlns:p14="http://schemas.microsoft.com/office/powerpoint/2010/main" val="389253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27110-1819-B94C-B09E-1ED66CDCA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6" name="Google Shape;118;p20">
            <a:extLst>
              <a:ext uri="{FF2B5EF4-FFF2-40B4-BE49-F238E27FC236}">
                <a16:creationId xmlns:a16="http://schemas.microsoft.com/office/drawing/2014/main" id="{CC1E6F83-4C51-D149-9F96-C06D2F3373C8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4971676" y="5821052"/>
            <a:ext cx="210240" cy="149760"/>
          </a:xfrm>
          <a:prstGeom prst="rect">
            <a:avLst/>
          </a:prstGeom>
          <a:ln w="0">
            <a:noFill/>
          </a:ln>
        </p:spPr>
      </p:pic>
      <p:pic>
        <p:nvPicPr>
          <p:cNvPr id="8" name="Graphic 7" descr="world">
            <a:extLst>
              <a:ext uri="{FF2B5EF4-FFF2-40B4-BE49-F238E27FC236}">
                <a16:creationId xmlns:a16="http://schemas.microsoft.com/office/drawing/2014/main" id="{8DAE8119-FC7D-0345-BD9D-47AE745BC7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8090" y="5787335"/>
            <a:ext cx="264869" cy="2648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9DC276-E67C-3340-8392-A426282AE793}"/>
              </a:ext>
            </a:extLst>
          </p:cNvPr>
          <p:cNvSpPr txBox="1"/>
          <p:nvPr/>
        </p:nvSpPr>
        <p:spPr>
          <a:xfrm>
            <a:off x="4802824" y="5697193"/>
            <a:ext cx="91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dirty="0">
                <a:solidFill>
                  <a:srgbClr val="F36F26"/>
                </a:solidFill>
                <a:ea typeface="Calibri"/>
              </a:rPr>
              <a:t>|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7BA58F-5B7E-504F-A18F-C83CB3801AD7}"/>
              </a:ext>
            </a:extLst>
          </p:cNvPr>
          <p:cNvSpPr txBox="1"/>
          <p:nvPr/>
        </p:nvSpPr>
        <p:spPr>
          <a:xfrm>
            <a:off x="5203612" y="5703285"/>
            <a:ext cx="2026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dirty="0">
                <a:solidFill>
                  <a:schemeClr val="bg2"/>
                </a:solidFill>
                <a:ea typeface="Calibri"/>
                <a:hlinkClick r:id="rId5"/>
              </a:rPr>
              <a:t>hello@tavant.com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5B6CE5-6C6D-0C45-8F8D-5B64113FCF32}"/>
              </a:ext>
            </a:extLst>
          </p:cNvPr>
          <p:cNvSpPr txBox="1"/>
          <p:nvPr/>
        </p:nvSpPr>
        <p:spPr>
          <a:xfrm>
            <a:off x="7174317" y="5697193"/>
            <a:ext cx="91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" dirty="0">
                <a:solidFill>
                  <a:srgbClr val="F36F26"/>
                </a:solidFill>
                <a:ea typeface="Calibri"/>
              </a:rPr>
              <a:t>|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139202-A341-524C-8627-E1023AA75C28}"/>
              </a:ext>
            </a:extLst>
          </p:cNvPr>
          <p:cNvSpPr txBox="1"/>
          <p:nvPr/>
        </p:nvSpPr>
        <p:spPr>
          <a:xfrm>
            <a:off x="7582539" y="5703285"/>
            <a:ext cx="191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  <a:ea typeface="Calibri"/>
                <a:hlinkClick r:id="rId6"/>
              </a:rPr>
              <a:t>www.tavant.com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008694"/>
      </p:ext>
    </p:extLst>
  </p:cSld>
  <p:clrMapOvr>
    <a:masterClrMapping/>
  </p:clrMapOvr>
</p:sld>
</file>

<file path=ppt/theme/theme1.xml><?xml version="1.0" encoding="utf-8"?>
<a:theme xmlns:a="http://schemas.openxmlformats.org/drawingml/2006/main" name="Tavant Presentation Template 2025">
  <a:themeElements>
    <a:clrScheme name="Tavant">
      <a:dk1>
        <a:srgbClr val="000000"/>
      </a:dk1>
      <a:lt1>
        <a:srgbClr val="FFFFFF"/>
      </a:lt1>
      <a:dk2>
        <a:srgbClr val="76777B"/>
      </a:dk2>
      <a:lt2>
        <a:srgbClr val="FFFFFF"/>
      </a:lt2>
      <a:accent1>
        <a:srgbClr val="F36E26"/>
      </a:accent1>
      <a:accent2>
        <a:srgbClr val="841018"/>
      </a:accent2>
      <a:accent3>
        <a:srgbClr val="C92C8F"/>
      </a:accent3>
      <a:accent4>
        <a:srgbClr val="1576D2"/>
      </a:accent4>
      <a:accent5>
        <a:srgbClr val="67C446"/>
      </a:accent5>
      <a:accent6>
        <a:srgbClr val="FEBE31"/>
      </a:accent6>
      <a:hlink>
        <a:srgbClr val="F36E26"/>
      </a:hlink>
      <a:folHlink>
        <a:srgbClr val="512AA2"/>
      </a:folHlink>
    </a:clrScheme>
    <a:fontScheme name="Custom 1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avant-Presentation-Template-2025-May-22" id="{2566546B-68BF-9143-A82C-8DDD2CEDE5CA}" vid="{9E7CA465-244E-994F-A8C7-33E2A09345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0f854c-f969-4a50-8d8d-b1fa0dd37fb9">
      <Terms xmlns="http://schemas.microsoft.com/office/infopath/2007/PartnerControls"/>
    </lcf76f155ced4ddcb4097134ff3c332f>
    <TaxCatchAll xmlns="1eb2c38d-78b9-4777-a095-fa299de8d51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D6EE0C53D00498F3096DA918D7B75" ma:contentTypeVersion="10" ma:contentTypeDescription="Create a new document." ma:contentTypeScope="" ma:versionID="2c7ad73e028319da68038fb42f1f6ccf">
  <xsd:schema xmlns:xsd="http://www.w3.org/2001/XMLSchema" xmlns:xs="http://www.w3.org/2001/XMLSchema" xmlns:p="http://schemas.microsoft.com/office/2006/metadata/properties" xmlns:ns2="e30f854c-f969-4a50-8d8d-b1fa0dd37fb9" xmlns:ns3="1eb2c38d-78b9-4777-a095-fa299de8d511" targetNamespace="http://schemas.microsoft.com/office/2006/metadata/properties" ma:root="true" ma:fieldsID="93a41ab65ceb3d37f5b7e5b314c9a9e5" ns2:_="" ns3:_="">
    <xsd:import namespace="e30f854c-f969-4a50-8d8d-b1fa0dd37fb9"/>
    <xsd:import namespace="1eb2c38d-78b9-4777-a095-fa299de8d5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f854c-f969-4a50-8d8d-b1fa0dd37f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16842823-5b2e-4dbd-aa0c-9bcffd94c0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b2c38d-78b9-4777-a095-fa299de8d51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42528c9-b981-41ea-a530-988824351175}" ma:internalName="TaxCatchAll" ma:showField="CatchAllData" ma:web="1eb2c38d-78b9-4777-a095-fa299de8d5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1080F1-FBC3-48CC-A273-1A0BBB04AA5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158A1D-6DB8-4ACB-9E9A-50BC01F6A33E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5d3e49eb-2ee7-4968-9f4c-04e55d30ced1"/>
    <ds:schemaRef ds:uri="http://schemas.microsoft.com/office/2006/metadata/properties"/>
    <ds:schemaRef ds:uri="http://purl.org/dc/elements/1.1/"/>
    <ds:schemaRef ds:uri="1eb2c38d-78b9-4777-a095-fa299de8d511"/>
    <ds:schemaRef ds:uri="http://www.w3.org/XML/1998/namespace"/>
    <ds:schemaRef ds:uri="http://purl.org/dc/dcmitype/"/>
    <ds:schemaRef ds:uri="5f0e1d81-31b9-4d77-b4d3-17c4e14244c7"/>
    <ds:schemaRef ds:uri="dbce9e08-fbc2-4c84-8391-6257e3daaaf8"/>
    <ds:schemaRef ds:uri="e30f854c-f969-4a50-8d8d-b1fa0dd37fb9"/>
  </ds:schemaRefs>
</ds:datastoreItem>
</file>

<file path=customXml/itemProps3.xml><?xml version="1.0" encoding="utf-8"?>
<ds:datastoreItem xmlns:ds="http://schemas.openxmlformats.org/officeDocument/2006/customXml" ds:itemID="{963CF736-1DB5-4ACA-927A-7842AC2608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30f854c-f969-4a50-8d8d-b1fa0dd37fb9"/>
    <ds:schemaRef ds:uri="1eb2c38d-78b9-4777-a095-fa299de8d5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Tavant Presentation Template 2025</Template>
  <TotalTime>0</TotalTime>
  <Words>1246</Words>
  <Application>Microsoft Macintosh PowerPoint</Application>
  <PresentationFormat>Widescreen</PresentationFormat>
  <Paragraphs>145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.Hiragino Kaku Gothic Interface W3</vt:lpstr>
      <vt:lpstr>.Lucida Grande UI Regular</vt:lpstr>
      <vt:lpstr>Aptos</vt:lpstr>
      <vt:lpstr>Aptos Display</vt:lpstr>
      <vt:lpstr>Arial</vt:lpstr>
      <vt:lpstr>Calibri</vt:lpstr>
      <vt:lpstr>Open Sans</vt:lpstr>
      <vt:lpstr>Wingdings</vt:lpstr>
      <vt:lpstr>Tavant Presentation Template 2025</vt:lpstr>
      <vt:lpstr>PowerPoint Presentation</vt:lpstr>
      <vt:lpstr>AGENDA</vt:lpstr>
      <vt:lpstr>THIS IS YOUR BREAKER SLIDE TITLE</vt:lpstr>
      <vt:lpstr>THIS IS YOUR BREAKER SLIDE TITLE</vt:lpstr>
      <vt:lpstr>THIS IS YOUR BREAKER SLIDE TITLE</vt:lpstr>
      <vt:lpstr>THIS IS YOUR TITLE – KEEP IT TO ONE LINE MAXIMUM</vt:lpstr>
      <vt:lpstr>THIS IS YOUR TITLE – KEEP IT TO ONE LINE MAXIMUM</vt:lpstr>
      <vt:lpstr>THIS IS YOUR TITLE – KEEP IT TO ONE LINE MAXIMUM</vt:lpstr>
      <vt:lpstr>THIS IS YOUR TITLE – KEEP IT TO ONE LINE MAXIMUM</vt:lpstr>
      <vt:lpstr>THIS IS YOUR TITLE – KEEP IT TO ONE LINE MAXIMUM</vt:lpstr>
      <vt:lpstr>PowerPoint Presentation</vt:lpstr>
      <vt:lpstr>THIS IS YOUR TITLE – KEEP IT TO ONE LINE MAXIMUM</vt:lpstr>
      <vt:lpstr>THIS IS YOUR TITLE – KEEP IT TO ONE LINE MAXIMUM</vt:lpstr>
      <vt:lpstr>THIS IS YOUR TITLE – KEEP IT TO ONE LINE MAXIMUM</vt:lpstr>
      <vt:lpstr>THIS IS YOUR TITLE – KEEP IT TO ONE LINE MAXIMUM</vt:lpstr>
      <vt:lpstr>THIS IS YOUR TITLE</vt:lpstr>
      <vt:lpstr>THIS IS YOUR TITLE – KEEP IT TO ONE LINE MAXIMUM</vt:lpstr>
      <vt:lpstr>THIS IS YOUR TITLE </vt:lpstr>
      <vt:lpstr>THIS IS YOUR TITLE – KEEP IT TO ONE LINE MAXIMUM</vt:lpstr>
      <vt:lpstr>THIS IS YOUR TITLE – KEEP IT TO ONE LINE MAXIMUM</vt:lpstr>
      <vt:lpstr>THIS IS YOUR TITLE – KEEP IT TO ONE LINE MAXIMUM</vt:lpstr>
      <vt:lpstr>THIS IS YOUR TITLE – KEEP IT TO ONE LINE MAXIMUM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Gordon Chan</dc:creator>
  <cp:keywords/>
  <dc:description>No part of this document may be reproduced, stored in a retrieval system, transmitted in any form or by any means, electronic, mechanical, photocopying, recording, or otherwise, without express written permission from Tavant.</dc:description>
  <cp:lastModifiedBy>Gordon Chan</cp:lastModifiedBy>
  <cp:revision>1</cp:revision>
  <dcterms:created xsi:type="dcterms:W3CDTF">2026-04-21T01:30:58Z</dcterms:created>
  <dcterms:modified xsi:type="dcterms:W3CDTF">2026-04-21T01:31:16Z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0x0101005E1D6EE0C53D00498F3096DA918D7B75</vt:lpwstr>
  </property>
  <property fmtid="{D5CDD505-2E9C-101B-9397-08002B2CF9AE}" pid="3" name="Document Type">
    <vt:lpwstr>4;#Template|e2bfdb9a-a5a1-4c21-8628-000fdc6dd8b7</vt:lpwstr>
  </property>
  <property fmtid="{D5CDD505-2E9C-101B-9397-08002B2CF9AE}" pid="4" name="NXPowerLiteLastOptimized">
    <vt:lpwstr>1881794</vt:lpwstr>
  </property>
  <property fmtid="{D5CDD505-2E9C-101B-9397-08002B2CF9AE}" pid="5" name="NXPowerLiteSettings">
    <vt:lpwstr>C7000400038000</vt:lpwstr>
  </property>
  <property fmtid="{D5CDD505-2E9C-101B-9397-08002B2CF9AE}" pid="6" name="NXPowerLiteVersion">
    <vt:lpwstr>S9.0.3</vt:lpwstr>
  </property>
  <property fmtid="{D5CDD505-2E9C-101B-9397-08002B2CF9AE}" pid="7" name="MediaServiceImageTags">
    <vt:lpwstr/>
  </property>
</Properties>
</file>